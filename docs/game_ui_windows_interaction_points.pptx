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主菜单</a:t>
            </a:r>
          </a:p>
          <a:p>
            <a:r>
              <a:t>场景：scenes/ui/main_menu/MainMenuGeneratedUI.tscn</a:t>
            </a:r>
          </a:p>
          <a:p/>
          <a:p>
            <a:r>
              <a:t>按钮/交互点功能：</a:t>
            </a:r>
          </a:p>
          <a:p>
            <a:r>
              <a:t>- 开始游戏：重置流程状态，开启正式流程并进入世界地图。</a:t>
            </a:r>
          </a:p>
          <a:p>
            <a:r>
              <a:t>- 探索房间：取消正式流程，直接进入探索房间。</a:t>
            </a:r>
          </a:p>
          <a:p>
            <a:r>
              <a:t>- Boss 挑战：重置玩家状态并进入 Boss 选择界面。</a:t>
            </a:r>
          </a:p>
          <a:p>
            <a:r>
              <a:t>- 设置：打开主菜单设置弹窗。</a:t>
            </a:r>
          </a:p>
          <a:p>
            <a:r>
              <a:t>- 退出游戏：退出游戏程序。</a:t>
            </a:r>
          </a:p>
          <a:p/>
          <a:p>
            <a:r>
              <a:t>补充说明：</a:t>
            </a:r>
          </a:p>
          <a:p>
            <a:r>
              <a:t>按钮悬停动画由 scripts/app/MainMenu.gd 控制，PPT 中只表示默认状态下的实际位置。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设置弹窗</a:t>
            </a:r>
          </a:p>
          <a:p>
            <a:r>
              <a:t>场景：scenes/ui/main_menu/SettingsPopup.tscn</a:t>
            </a:r>
          </a:p>
          <a:p/>
          <a:p>
            <a:r>
              <a:t>按钮/交互点功能：</a:t>
            </a:r>
          </a:p>
          <a:p>
            <a:r>
              <a:t>- 关闭：关闭设置弹窗并回到主菜单。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Boss 选择</a:t>
            </a:r>
          </a:p>
          <a:p>
            <a:r>
              <a:t>场景：scenes/ui/boss_select/BossSelectUI.tscn</a:t>
            </a:r>
          </a:p>
          <a:p/>
          <a:p>
            <a:r>
              <a:t>按钮/交互点功能：</a:t>
            </a:r>
          </a:p>
          <a:p>
            <a:r>
              <a:t>- Boss 1-20：进入对应 Boss 战斗场景。具体场景映射在 scripts/app/BossSelect.gd。</a:t>
            </a:r>
          </a:p>
          <a:p>
            <a:r>
              <a:t>- 返回：返回主菜单。</a:t>
            </a:r>
          </a:p>
          <a:p/>
          <a:p>
            <a:r>
              <a:t>补充说明：</a:t>
            </a:r>
          </a:p>
          <a:p>
            <a:r>
              <a:t>PPT 中用编号表示 Boss 按钮，便于编辑；实际按钮文本来自 BossSelectUI.tscn。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游戏结束</a:t>
            </a:r>
          </a:p>
          <a:p>
            <a:r>
              <a:t>场景：scenes/ui/game_over/GameOverUI.tscn</a:t>
            </a:r>
          </a:p>
          <a:p/>
          <a:p>
            <a:r>
              <a:t>按钮/交互点功能：</a:t>
            </a:r>
          </a:p>
          <a:p>
            <a:r>
              <a:t>- 重新开始：重置游戏状态并返回主菜单或重新开始流程，逻辑在 scripts/app/GameOver.gd。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世界地图</a:t>
            </a:r>
          </a:p>
          <a:p>
            <a:r>
              <a:t>场景：scenes/ui/world_map/WorldMapUI.tscn</a:t>
            </a:r>
          </a:p>
          <a:p/>
          <a:p>
            <a:r>
              <a:t>按钮/交互点功能：</a:t>
            </a:r>
          </a:p>
          <a:p>
            <a:r>
              <a:t>- 进入：进入当前选中的节点；基地警报时进入危机 Boss。</a:t>
            </a:r>
          </a:p>
          <a:p>
            <a:r>
              <a:t>- 商店：在基地节点打开商店弹窗。</a:t>
            </a:r>
          </a:p>
          <a:p>
            <a:r>
              <a:t>- 机库：在基地节点打开机库弹窗。</a:t>
            </a:r>
          </a:p>
          <a:p>
            <a:r>
              <a:t>- 返回：返回主菜单。</a:t>
            </a:r>
          </a:p>
          <a:p>
            <a:r>
              <a:t>- 地图节点 1-24：选中节点并刷新右侧详情；可进入节点由 RunManager 状态决定。</a:t>
            </a:r>
          </a:p>
          <a:p>
            <a:r>
              <a:t>- 基地：选中方舟核心，可进入商店、机库或危机 Boss。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商店弹窗</a:t>
            </a:r>
          </a:p>
          <a:p>
            <a:r>
              <a:t>场景：scenes/ui/world_map/ShopPopup.tscn</a:t>
            </a:r>
          </a:p>
          <a:p/>
          <a:p>
            <a:r>
              <a:t>按钮/交互点功能：</a:t>
            </a:r>
          </a:p>
          <a:p>
            <a:r>
              <a:t>- 购买：购买对应装备；已拥有时按钮禁用。购买结果会刷新库存与提示消息。</a:t>
            </a:r>
          </a:p>
          <a:p>
            <a:r>
              <a:t>- 关闭：关闭商店弹窗并回到世界地图。</a:t>
            </a:r>
          </a:p>
          <a:p/>
          <a:p>
            <a:r>
              <a:t>补充说明：</a:t>
            </a:r>
          </a:p>
          <a:p>
            <a:r>
              <a:t>商店物品行由 scripts/ui/world_map/ShopPopup.gd 在运行时根据 EquipmentCatalog 动态生成。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机库弹窗</a:t>
            </a:r>
          </a:p>
          <a:p>
            <a:r>
              <a:t>场景：scenes/ui/world_map/HangarPopup.tscn</a:t>
            </a:r>
          </a:p>
          <a:p/>
          <a:p>
            <a:r>
              <a:t>按钮/交互点功能：</a:t>
            </a:r>
          </a:p>
          <a:p>
            <a:r>
              <a:t>- 装配：装配对应武器或辅助机；已装配武器按钮禁用。</a:t>
            </a:r>
          </a:p>
          <a:p>
            <a:r>
              <a:t>- 卸下：已装配辅助机时，按钮会切换为卸下。</a:t>
            </a:r>
          </a:p>
          <a:p>
            <a:r>
              <a:t>- 关闭：关闭机库弹窗并回到世界地图。</a:t>
            </a:r>
          </a:p>
          <a:p/>
          <a:p>
            <a:r>
              <a:t>补充说明：</a:t>
            </a:r>
          </a:p>
          <a:p>
            <a:r>
              <a:t>机库物品行由 scripts/ui/world_map/HangarPopup.gd 根据玩家库存动态生成。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装备物品行组件</a:t>
            </a:r>
          </a:p>
          <a:p>
            <a:r>
              <a:t>场景：scenes/ui/world_map/EquipmentItemRow.tscn</a:t>
            </a:r>
          </a:p>
          <a:p/>
          <a:p>
            <a:r>
              <a:t>按钮/交互点功能：</a:t>
            </a:r>
          </a:p>
          <a:p>
            <a:r>
              <a:t>- 操作：由父弹窗决定功能：商店中为购买，机库中为装配或卸下。</a:t>
            </a:r>
          </a:p>
          <a:p/>
          <a:p>
            <a:r>
              <a:t>补充说明：</a:t>
            </a:r>
          </a:p>
          <a:p>
            <a:r>
              <a:t>这是复用组件，不是独立窗口；PPT 中放在商店 ItemsScroll 的第一行位置便于编辑。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事件结算弹窗</a:t>
            </a:r>
          </a:p>
          <a:p>
            <a:r>
              <a:t>场景：scenes/ui/world_map/EventResultPopup.tscn</a:t>
            </a:r>
          </a:p>
          <a:p/>
          <a:p>
            <a:r>
              <a:t>按钮/交互点功能：</a:t>
            </a:r>
          </a:p>
          <a:p>
            <a:r>
              <a:t>- 确认：关闭事件结算弹窗并返回世界地图。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撤离成功</a:t>
            </a:r>
          </a:p>
          <a:p>
            <a:r>
              <a:t>场景：scenes/ui/EvacuationSuccessHUD.tscn</a:t>
            </a:r>
          </a:p>
          <a:p/>
          <a:p>
            <a:r>
              <a:t>按钮/交互点功能：</a:t>
            </a:r>
          </a:p>
          <a:p>
            <a:r>
              <a:t>- 撤离：确认撤离成功，触发探索房间的撤离回调。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命令台</a:t>
            </a:r>
          </a:p>
          <a:p>
            <a:r>
              <a:t>场景：scenes/ui/explore/CommandConsolePopup.tscn</a:t>
            </a:r>
          </a:p>
          <a:p/>
          <a:p>
            <a:r>
              <a:t>按钮/交互点功能：</a:t>
            </a:r>
          </a:p>
          <a:p>
            <a:r>
              <a:t>- 命令输入框：输入调试/控制命令并提交。</a:t>
            </a:r>
          </a:p>
          <a:p/>
          <a:p>
            <a:r>
              <a:t>补充说明：</a:t>
            </a:r>
          </a:p>
          <a:p>
            <a:r>
              <a:t>这是输入交互，不是按钮；具体命令解析在探索房间相关脚本中。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探索地图</a:t>
            </a:r>
          </a:p>
          <a:p>
            <a:r>
              <a:t>场景：scenes/ui/explore/ExploreMapUI.tscn</a:t>
            </a:r>
          </a:p>
          <a:p/>
          <a:p>
            <a:r>
              <a:t>按钮/交互点功能：</a:t>
            </a:r>
          </a:p>
          <a:p>
            <a:r>
              <a:t>- 探索地图拖拽区：按住并拖动地图，查看探索房间整体布局。</a:t>
            </a:r>
          </a:p>
          <a:p/>
          <a:p>
            <a:r>
              <a:t>补充说明：</a:t>
            </a:r>
          </a:p>
          <a:p>
            <a:r>
              <a:t>房间图标由运行时动态生成，图标本身忽略鼠标输入。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罗盘小地图</a:t>
            </a:r>
          </a:p>
          <a:p>
            <a:r>
              <a:t>场景：scenes/ui/explore/CompassMiniMap.tscn</a:t>
            </a:r>
          </a:p>
          <a:p/>
          <a:p>
            <a:r>
              <a:t>按钮/交互点功能：</a:t>
            </a:r>
          </a:p>
          <a:p>
            <a:r>
              <a:t>- 无按钮：该页面只显示状态或装饰信息。</a:t>
            </a:r>
          </a:p>
          <a:p/>
          <a:p>
            <a:r>
              <a:t>补充说明：</a:t>
            </a:r>
          </a:p>
          <a:p>
            <a:r>
              <a:t>显示玩家周边、奖励、障碍等方向信息；不接收鼠标交互。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探索加载界面</a:t>
            </a:r>
          </a:p>
          <a:p>
            <a:r>
              <a:t>场景：scenes/ui/explore_loading/ExploreLoadingScreen.tscn</a:t>
            </a:r>
          </a:p>
          <a:p/>
          <a:p>
            <a:r>
              <a:t>按钮/交互点功能：</a:t>
            </a:r>
          </a:p>
          <a:p>
            <a:r>
              <a:t>- 无按钮：该页面只显示状态或装饰信息。</a:t>
            </a:r>
          </a:p>
          <a:p/>
          <a:p>
            <a:r>
              <a:t>补充说明：</a:t>
            </a:r>
          </a:p>
          <a:p>
            <a:r>
              <a:t>加载进度和文案由探索房间加载流程更新；该界面无按钮。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玩家状态 HUD</a:t>
            </a:r>
          </a:p>
          <a:p>
            <a:r>
              <a:t>场景：scenes/ui/player_status/PlayerStatusHUD.tscn</a:t>
            </a:r>
          </a:p>
          <a:p/>
          <a:p>
            <a:r>
              <a:t>按钮/交互点功能：</a:t>
            </a:r>
          </a:p>
          <a:p>
            <a:r>
              <a:t>- 无按钮：该页面只显示状态或装饰信息。</a:t>
            </a:r>
          </a:p>
          <a:p/>
          <a:p>
            <a:r>
              <a:t>补充说明：</a:t>
            </a:r>
          </a:p>
          <a:p>
            <a:r>
              <a:t>显示 HP、分数、狂热条；该 HUD 不提供鼠标交互。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HUD 画布包装</a:t>
            </a:r>
          </a:p>
          <a:p>
            <a:r>
              <a:t>场景：scenes/ui/hud.tscn</a:t>
            </a:r>
          </a:p>
          <a:p/>
          <a:p>
            <a:r>
              <a:t>按钮/交互点功能：</a:t>
            </a:r>
          </a:p>
          <a:p>
            <a:r>
              <a:t>- 无按钮：该页面只显示状态或装饰信息。</a:t>
            </a:r>
          </a:p>
          <a:p/>
          <a:p>
            <a:r>
              <a:t>补充说明：</a:t>
            </a:r>
          </a:p>
          <a:p>
            <a:r>
              <a:t>该场景是 HUD CanvasLayer 包装层，本身无按钮。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Boss HUD</a:t>
            </a:r>
          </a:p>
          <a:p>
            <a:r>
              <a:t>场景：scenes/ui/BossHUD.tscn</a:t>
            </a:r>
          </a:p>
          <a:p/>
          <a:p>
            <a:r>
              <a:t>按钮/交互点功能：</a:t>
            </a:r>
          </a:p>
          <a:p>
            <a:r>
              <a:t>- 无按钮：该页面只显示状态或装饰信息。</a:t>
            </a:r>
          </a:p>
          <a:p/>
          <a:p>
            <a:r>
              <a:t>补充说明：</a:t>
            </a:r>
          </a:p>
          <a:p>
            <a:r>
              <a:t>显示 Boss 名称与血条；该 HUD 不提供鼠标交互。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主菜单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scenes/ui/main_menu/MainMenuGeneratedUI.tscn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5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背景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53863" y="4093506"/>
            <a:ext cx="1676736" cy="639784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000" b="1">
                <a:solidFill>
                  <a:srgbClr val="EEF4FF"/>
                </a:solidFill>
              </a:rPr>
              <a:t>开始游戏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2733" y="4456218"/>
            <a:ext cx="1676736" cy="639784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000" b="1">
                <a:solidFill>
                  <a:srgbClr val="EEF4FF"/>
                </a:solidFill>
              </a:rPr>
              <a:t>探索房间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0473" y="4829005"/>
            <a:ext cx="1676736" cy="639784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000" b="1">
                <a:solidFill>
                  <a:srgbClr val="EEF4FF"/>
                </a:solidFill>
              </a:rPr>
              <a:t>Boss 挑战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6631" y="5201793"/>
            <a:ext cx="1676736" cy="63978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000" b="1">
                <a:solidFill>
                  <a:srgbClr val="EEF4FF"/>
                </a:solidFill>
              </a:rPr>
              <a:t>设置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3344" y="5569038"/>
            <a:ext cx="1676736" cy="639784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000" b="1">
                <a:solidFill>
                  <a:srgbClr val="EEF4FF"/>
                </a:solidFill>
              </a:rPr>
              <a:t>退出游戏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位置来源：MainMenuGeneratedUI.tscn 的 Frame 矩形。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开始游戏：重置流程状态，开启正式流程并进入世界地图。
探索房间：取消正式流程，直接进入探索房间。
Boss 挑战：重置玩家状态并进入 Boss 选择界面。
设置：打开主菜单设置弹窗。
退出游戏：退出游戏程序。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设置弹窗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scenes/ui/main_menu/SettingsPopup.tscn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遮罩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2816" y="2577168"/>
            <a:ext cx="3526366" cy="171280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面板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4323" y="2748449"/>
            <a:ext cx="3123353" cy="28210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4925" y="3232065"/>
            <a:ext cx="2962148" cy="428201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提示文本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17421" y="3836585"/>
            <a:ext cx="957156" cy="277071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900" b="1">
                <a:solidFill>
                  <a:srgbClr val="EEF4FF"/>
                </a:solidFill>
              </a:rPr>
              <a:t>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位置来源：SettingsPopup.tscn 的全局 Control 矩形。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关闭：关闭设置弹窗并回到主菜单。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Boss 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scenes/ui/boss_select/BossSelectUI.tscn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21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8466" y="914738"/>
            <a:ext cx="2015066" cy="20150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2269" y="131775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2269" y="162001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2269" y="192227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2269" y="222453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2269" y="252679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2269" y="282905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2269" y="3131311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2269" y="343357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56923" y="131775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56923" y="162001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56923" y="192227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6923" y="222453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6923" y="252679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6923" y="282905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6923" y="3131311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56923" y="343357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56923" y="373583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9596" y="131775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9596" y="162001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39596" y="1922272"/>
            <a:ext cx="1712806" cy="161205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Boss 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92233" y="4078393"/>
            <a:ext cx="1007533" cy="151130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返回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位置来源：BossSelectUI.tscn 的 Button 矩形。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Boss 1-20：进入对应 Boss 战斗场景。具体场景映射在 scripts/app/BossSelect.gd。
返回：返回主菜单。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游戏结束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scenes/ui/game_over/GameOverUI.tscn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遮罩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70575" y="1887008"/>
            <a:ext cx="967231" cy="33752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0369" y="2370624"/>
            <a:ext cx="826177" cy="226695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0">
                <a:solidFill>
                  <a:srgbClr val="EEF4FF"/>
                </a:solidFill>
              </a:rPr>
              <a:t>结算信息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3589" y="4108619"/>
            <a:ext cx="866478" cy="21158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重新开始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位置来源：GameOverUI.tscn 的全局 Control 矩形。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重新开始：重置游戏状态并返回主菜单或重新开始流程，逻辑在 scripts/app/GameOver.gd。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世界地图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scenes/ui/world_map/WorldMapUI.tscn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4 个固定按钮 + 25 个节点点击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地图绘制/节点点击区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1346" y="854286"/>
            <a:ext cx="6951980" cy="45339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顶部状态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2250" y="904663"/>
            <a:ext cx="2498682" cy="211582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2250" y="1116245"/>
            <a:ext cx="6569117" cy="15113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3627" y="854286"/>
            <a:ext cx="2277025" cy="4795858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详情面板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4531" y="1247224"/>
            <a:ext cx="2015066" cy="1269492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详情文本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2250" y="5680371"/>
            <a:ext cx="6428062" cy="231732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0">
                <a:solidFill>
                  <a:srgbClr val="EEF4FF"/>
                </a:solidFill>
              </a:rPr>
              <a:t>消息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74531" y="5065776"/>
            <a:ext cx="201506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进入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74531" y="4481406"/>
            <a:ext cx="957156" cy="23173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商店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32441" y="4481406"/>
            <a:ext cx="957156" cy="23173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机库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4249" y="5750898"/>
            <a:ext cx="856403" cy="221657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返回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775" y="3494023"/>
            <a:ext cx="382862" cy="38286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基地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515" y="2749439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23" y="3875896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5302" y="4572084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7081" y="3875896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73089" y="2749439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6248" y="2107788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1744" y="3100818"/>
            <a:ext cx="241807" cy="241807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2065" y="4365497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9035" y="5160992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64356" y="5021314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8860" y="4028283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8539" y="2763605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1569" y="1968109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75458" y="1559195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83402" y="2477733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50613" y="3741329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55" y="4948799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3852" y="5716779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5090" y="5801443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35141" y="5175909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22758" y="4038780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21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22366" y="2751087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2341" y="1721663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15047" y="1277343"/>
            <a:ext cx="241807" cy="241808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1">
                <a:solidFill>
                  <a:srgbClr val="EEF4FF"/>
                </a:solidFill>
              </a:rPr>
              <a:t>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固定控件来自 WorldMapUI.tscn；节点来自 RunManager._generate_world_map()。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进入：进入当前选中的节点；基地警报时进入危机 Boss。
商店：在基地节点打开商店弹窗。
机库：在基地节点打开机库弹窗。
返回：返回主菜单。
地图节点 1-24：选中节点并刷新右侧详情；可进入节点由 RunManager 状态决定。
基地：选中方舟核心，可进入商店、机库或危机 Boss。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商店弹窗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scenes/ui/world_map/ShopPopup.tscn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个固定按钮 + 最多 8 个物品按钮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遮罩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1309" y="1468882"/>
            <a:ext cx="3929380" cy="39293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面板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515" y="1589786"/>
            <a:ext cx="3606969" cy="211582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2515" y="1851744"/>
            <a:ext cx="3606969" cy="15113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星髓矿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2515" y="2023025"/>
            <a:ext cx="3606969" cy="15113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提示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2515" y="2244682"/>
            <a:ext cx="3606969" cy="256921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物品滚动区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2515" y="4874344"/>
            <a:ext cx="2811018" cy="30226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消息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4587" y="4934796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关闭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2515" y="2244682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4587" y="2415963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2515" y="2889504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4587" y="3060784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2515" y="3534325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4587" y="3705606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2515" y="4179146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44587" y="4350427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2515" y="4823968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4587" y="4995248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2515" y="5468789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44587" y="5640070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2515" y="6113610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44587" y="6284891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2515" y="6758432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4587" y="6929712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购买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静态控件来自 ShopPopup.tscn；物品行按 EquipmentItemRow 行高放入 ItemsScroll。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购买：购买对应装备；已拥有时按钮禁用。购买结果会刷新库存与提示消息。
关闭：关闭商店弹窗并回到世界地图。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机库弹窗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scenes/ui/world_map/HangarPopup.tscn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个固定按钮 + 库存物品按钮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遮罩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80179" y="1368128"/>
            <a:ext cx="4231640" cy="413088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面板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1385" y="1489032"/>
            <a:ext cx="3909229" cy="211582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1385" y="1750991"/>
            <a:ext cx="3909229" cy="141054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当前武器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1385" y="1912196"/>
            <a:ext cx="3909229" cy="141054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辅助机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1385" y="2073402"/>
            <a:ext cx="3909229" cy="141054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算力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1385" y="2295059"/>
            <a:ext cx="3909229" cy="261958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物品滚动区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1385" y="4975098"/>
            <a:ext cx="3113278" cy="30226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消息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95717" y="5035550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关闭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1385" y="2295059"/>
            <a:ext cx="390922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5717" y="2466340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装配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1385" y="2939880"/>
            <a:ext cx="390922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5717" y="3111161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装配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1385" y="3584702"/>
            <a:ext cx="390922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95717" y="3755982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装配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1385" y="4229523"/>
            <a:ext cx="390922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5717" y="4400804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装配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41385" y="4874344"/>
            <a:ext cx="390922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95717" y="5045625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装配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41385" y="5519166"/>
            <a:ext cx="390922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95717" y="5690446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装配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1385" y="6163987"/>
            <a:ext cx="390922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动态物品行 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95717" y="6335268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1">
                <a:solidFill>
                  <a:srgbClr val="EEF4FF"/>
                </a:solidFill>
              </a:rPr>
              <a:t>装配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静态控件来自 HangarPopup.tscn；物品行按 EquipmentItemRow 行高放入 ItemsScroll。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装配：装配对应武器或辅助机；已装配武器按钮禁用。
卸下：已装配辅助机时，按钮会切换为卸下。
关闭：关闭机库弹窗并回到世界地图。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装备物品行组件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scenes/ui/world_map/EquipmentItemRow.tscn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2515" y="2244682"/>
            <a:ext cx="3606969" cy="58436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装备物品行运行时位置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4587" y="2415963"/>
            <a:ext cx="65489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组件按商店第一个物品行的运行时位置展示。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操作：由父弹窗决定功能：商店中为购买，机库中为装配或卸下。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事件结算弹窗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scenes/ui/world_map/EventResultPopup.tscn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遮罩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4323" y="2274908"/>
            <a:ext cx="3123353" cy="231732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面板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5528" y="2415963"/>
            <a:ext cx="2800942" cy="221657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5905" y="2758524"/>
            <a:ext cx="2700189" cy="1329944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结算内容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2609" y="4229523"/>
            <a:ext cx="906780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位置来源：EventResultPopup.tscn 的全局 Control 矩形。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确认：关闭事件结算弹窗并返回世界地图。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撤离成功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scenes/ui/EvacuationSuccessHUD.tscn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6959" y="2728298"/>
            <a:ext cx="2418080" cy="141054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面板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86959" y="3030558"/>
            <a:ext cx="2418080" cy="25188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92986" y="3685455"/>
            <a:ext cx="806026" cy="241808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700" b="1">
                <a:solidFill>
                  <a:srgbClr val="EEF4FF"/>
                </a:solidFill>
              </a:rPr>
              <a:t>撤离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位置来源：EvacuationSuccessHUD.tscn 的全局 Control 矩形。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撤离：确认撤离成功，触发探索房间的撤离回调。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命令台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scenes/ui/explore/CommandConsolePopup.tscn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612478"/>
            <a:ext cx="9672320" cy="503766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对话面板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0743" y="703156"/>
            <a:ext cx="9430512" cy="485631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对话文本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9839" y="5650145"/>
            <a:ext cx="9672320" cy="50376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输入面板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0593" y="5740823"/>
            <a:ext cx="9470813" cy="322410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900" b="1">
                <a:solidFill>
                  <a:srgbClr val="EEF4FF"/>
                </a:solidFill>
              </a:rPr>
              <a:t>命令输入框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位置来源：CommandConsolePopup.tscn；节点默认隐藏，打开命令台时显示。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命令输入框：输入调试/控制命令并提交。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探索地图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scenes/ui/explore/ExploreMapUI.tscn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1 个拖拽交互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200" b="1">
                <a:solidFill>
                  <a:srgbClr val="EEF4FF"/>
                </a:solidFill>
              </a:rPr>
              <a:t>探索地图拖拽区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位置来源：ExploreMapUI.tscn 根 Control 矩形。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探索地图拖拽区：按住并拖动地图，查看探索房间整体布局。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罗盘小地图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scenes/ui/explore/CompassMiniMap.tscn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0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20859" y="4642612"/>
            <a:ext cx="1309793" cy="130979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罗盘小地图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位置来源：CompassMiniMap.tscn 根 Control 矩形。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无按钮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探索加载界面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scenes/ui/explore_loading/ExploreLoadingScreen.tscn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0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黑色底层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蓝色叠层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6563" y="1735878"/>
            <a:ext cx="5198872" cy="101508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标题底板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5603" y="2017987"/>
            <a:ext cx="2780792" cy="423164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标题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29521" y="2546942"/>
            <a:ext cx="1732957" cy="1821116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旋转标志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1290" y="4068318"/>
            <a:ext cx="6594305" cy="725424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进度条素材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5885" y="4224485"/>
            <a:ext cx="5420529" cy="36774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进度面板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5885" y="4224485"/>
            <a:ext cx="5420529" cy="36774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进度条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0425" y="4148920"/>
            <a:ext cx="1531450" cy="51887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百分比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5207" y="4593494"/>
            <a:ext cx="5538914" cy="823658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提示底板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79426" y="4904570"/>
            <a:ext cx="4433146" cy="312335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提示文本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位置来源：ExploreLoadingScreen.tscn 的全局 Control 矩形。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无按钮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玩家状态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scenes/ui/player_status/PlayerStatusHUD.tscn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0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64456" y="5574580"/>
            <a:ext cx="1612053" cy="493691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分数底板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5812" y="5730748"/>
            <a:ext cx="1249341" cy="1712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分数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3878" y="5947115"/>
            <a:ext cx="778621" cy="87101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HP 黄条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3878" y="5947115"/>
            <a:ext cx="778621" cy="87101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HP 红条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2314" y="5752107"/>
            <a:ext cx="551322" cy="5803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狂热底条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72314" y="5752107"/>
            <a:ext cx="551322" cy="5803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狂热填充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806" y="5737599"/>
            <a:ext cx="580339" cy="14508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狂热边框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65060" y="5650548"/>
            <a:ext cx="565830" cy="8705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狂热文字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位置来源：PlayerStatusHUD.tscn，包含 Node2D 缩放后的条形子节点。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无按钮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HUD 画布包装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scenes/ui/hud.tscn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0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CanvasLayer 视口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456" y="5574580"/>
            <a:ext cx="1612053" cy="493691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玩家 HUD 分数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3878" y="5947115"/>
            <a:ext cx="778621" cy="87101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玩家 HUD HP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2314" y="5752107"/>
            <a:ext cx="551322" cy="5803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玩家 HUD 狂热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hud.tscn 实例化 PlayerStatusHUD，位置沿用玩家 HUD 实际视口坐标。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无按钮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32004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EEF4FF"/>
                </a:solidFill>
              </a:rPr>
              <a:t>Boss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12064"/>
            <a:ext cx="7955279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scenes/ui/BossHUD.tscn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201168"/>
            <a:ext cx="2240280" cy="420624"/>
          </a:xfrm>
          <a:prstGeom prst="rect">
            <a:avLst/>
          </a:prstGeom>
          <a:solidFill>
            <a:srgbClr val="2A3B54"/>
          </a:solidFill>
          <a:ln w="13970">
            <a:solidFill>
              <a:srgbClr val="F5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1100" b="1">
                <a:solidFill>
                  <a:srgbClr val="EEF4FF"/>
                </a:solidFill>
              </a:rPr>
              <a:t>0 个交互点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915400" y="6263640"/>
            <a:ext cx="502920" cy="210312"/>
          </a:xfrm>
          <a:prstGeom prst="rect">
            <a:avLst/>
          </a:prstGeom>
          <a:solidFill>
            <a:srgbClr val="4A90E2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6245352"/>
            <a:ext cx="73152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按钮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6263640"/>
            <a:ext cx="502920" cy="210312"/>
          </a:xfrm>
          <a:prstGeom prst="rect">
            <a:avLst/>
          </a:prstGeom>
          <a:solidFill>
            <a:srgbClr val="685EB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45352"/>
            <a:ext cx="6400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01400" y="6263640"/>
            <a:ext cx="502920" cy="210312"/>
          </a:xfrm>
          <a:prstGeom prst="rect">
            <a:avLst/>
          </a:prstGeom>
          <a:solidFill>
            <a:srgbClr val="2EAA84"/>
          </a:solidFill>
          <a:ln w="13970">
            <a:solidFill>
              <a:srgbClr val="5FB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50040" y="6245352"/>
            <a:ext cx="41148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800" b="0">
                <a:solidFill>
                  <a:srgbClr val="B0BED2"/>
                </a:solidFill>
              </a:rPr>
              <a:t>拖拽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74767" y="960077"/>
            <a:ext cx="1465961" cy="10075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HP 闪烁条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4767" y="960077"/>
            <a:ext cx="1465961" cy="100753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500" b="0">
                <a:solidFill>
                  <a:srgbClr val="EEF4FF"/>
                </a:solidFill>
              </a:rPr>
              <a:t>HP 红条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3430" y="939926"/>
            <a:ext cx="412685" cy="412685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名称底板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7791" y="1075944"/>
            <a:ext cx="567745" cy="121659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600" b="0">
                <a:solidFill>
                  <a:srgbClr val="EEF4FF"/>
                </a:solidFill>
              </a:rPr>
              <a:t>Boss 名称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3260" y="597365"/>
            <a:ext cx="1850637" cy="825371"/>
          </a:xfrm>
          <a:prstGeom prst="rect">
            <a:avLst/>
          </a:prstGeom>
          <a:solidFill>
            <a:srgbClr val="5A677A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/>
            <a:r>
              <a:rPr sz="800" b="0">
                <a:solidFill>
                  <a:srgbClr val="EEF4FF"/>
                </a:solidFill>
              </a:rPr>
              <a:t>边框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7559" y="6172200"/>
            <a:ext cx="498348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B0BED2"/>
                </a:solidFill>
              </a:rPr>
              <a:t>位置来源：BossHUD.tscn，包含 Control 缩放值。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91088" y="960120"/>
            <a:ext cx="1115568" cy="5047488"/>
          </a:xfrm>
          <a:prstGeom prst="rect">
            <a:avLst/>
          </a:prstGeom>
          <a:solidFill>
            <a:srgbClr val="2A3B54"/>
          </a:solidFill>
          <a:ln w="13970">
            <a:solidFill>
              <a:srgbClr val="B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27664" y="1014984"/>
            <a:ext cx="1042415" cy="491947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600" b="0">
                <a:solidFill>
                  <a:srgbClr val="EEF4FF"/>
                </a:solidFill>
              </a:rPr>
              <a:t>按钮功能
无按钮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9839" y="713232"/>
            <a:ext cx="9672320" cy="5440680"/>
          </a:xfrm>
          <a:prstGeom prst="rect">
            <a:avLst/>
          </a:prstGeom>
          <a:noFill/>
          <a:ln w="25400">
            <a:solidFill>
              <a:srgbClr val="FFE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9839" y="6172200"/>
            <a:ext cx="4572000" cy="16459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/>
            <a:r>
              <a:rPr sz="700" b="0">
                <a:solidFill>
                  <a:srgbClr val="FFE182"/>
                </a:solidFill>
              </a:rPr>
              <a:t>游戏视口：1920x1080；窗口覆盖：960x540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