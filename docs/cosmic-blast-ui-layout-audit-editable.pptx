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1.xml" ContentType="application/vnd.ms-powerpoint.comments+xml"/>
  <Override PartName="/ppt/comments/modernComment10.xml" ContentType="application/vnd.ms-powerpoint.comments+xml"/>
  <Override PartName="/ppt/comments/modernComment11.xml" ContentType="application/vnd.ms-powerpoint.comments+xml"/>
  <Override PartName="/ppt/comments/modernComment12.xml" ContentType="application/vnd.ms-powerpoint.comments+xml"/>
  <Override PartName="/ppt/comments/modernComment13.xml" ContentType="application/vnd.ms-powerpoint.comments+xml"/>
  <Override PartName="/ppt/comments/modernComment14.xml" ContentType="application/vnd.ms-powerpoint.comments+xml"/>
  <Override PartName="/ppt/comments/modernComment15.xml" ContentType="application/vnd.ms-powerpoint.comments+xml"/>
  <Override PartName="/ppt/comments/modernComment16.xml" ContentType="application/vnd.ms-powerpoint.comments+xml"/>
  <Override PartName="/ppt/comments/modernComment17.xml" ContentType="application/vnd.ms-powerpoint.comments+xml"/>
  <Override PartName="/ppt/comments/modernComment2.xml" ContentType="application/vnd.ms-powerpoint.comments+xml"/>
  <Override PartName="/ppt/comments/modernComment3.xml" ContentType="application/vnd.ms-powerpoint.comments+xml"/>
  <Override PartName="/ppt/comments/modernComment4.xml" ContentType="application/vnd.ms-powerpoint.comments+xml"/>
  <Override PartName="/ppt/comments/modernComment5.xml" ContentType="application/vnd.ms-powerpoint.comments+xml"/>
  <Override PartName="/ppt/comments/modernComment6.xml" ContentType="application/vnd.ms-powerpoint.comments+xml"/>
  <Override PartName="/ppt/comments/modernComment7.xml" ContentType="application/vnd.ms-powerpoint.comments+xml"/>
  <Override PartName="/ppt/comments/modernComment8.xml" ContentType="application/vnd.ms-powerpoint.comments+xml"/>
  <Override PartName="/ppt/comments/modernComment9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13F319A-253E-4ECE-A308-F7AA459951FC}" name="UI 注释" initials="UI" userId="" providerId=""/>
  <p188:author id="{DC17A386-9886-DF58-1751-CBE1C42C9FFA}" name="原木" initials="原" userId="9537633" providerId="Kingsoft Offic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microsoft.com/office/2018/10/relationships/authors" Target="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modernComment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0-0000-0000-0000-000000000000}" authorId="{C13F319A-253E-4ECE-A308-F7AA459951FC}" created="2026-07-11T23:36:19.0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6"/>
      <ac:spMk id="9"/>
    </ac:deMkLst>
    <p188:pos x="11544300" y="2895600"/>
    <p188:txBody>
      <a:bodyPr/>
      <a:lstStyle/>
      <a:p>
        <a:r>
          <a:rPr lang="zh-CN" altLang="en-US"/>
          <a:t>确认当前选择并进入下一步。</a:t>
        </a:r>
      </a:p>
    </p188:txBody>
  </p188:cm>
  <p188:cm id="{00000000-0000-0000-0000-000000000000}" authorId="{C13F319A-253E-4ECE-A308-F7AA459951FC}" created="2026-07-11T23:36:19.02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6"/>
      <ac:spMk id="13"/>
    </ac:deMkLst>
    <p188:pos x="11544300" y="3479800"/>
    <p188:txBody>
      <a:bodyPr/>
      <a:lstStyle/>
      <a:p>
        <a:r>
          <a:rPr lang="zh-CN" altLang="en-US"/>
          <a:t>交互控件：ExploreButton。</a:t>
        </a:r>
      </a:p>
    </p188:txBody>
  </p188:cm>
  <p188:cm id="{00000000-0000-0000-0000-000000000000}" authorId="{C13F319A-253E-4ECE-A308-F7AA459951FC}" created="2026-07-11T23:36:19.02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6"/>
      <ac:spMk id="17"/>
    </ac:deMkLst>
    <p188:pos x="11544300" y="4064000"/>
    <p188:txBody>
      <a:bodyPr/>
      <a:lstStyle/>
      <a:p>
        <a:r>
          <a:rPr lang="zh-CN" altLang="en-US"/>
          <a:t>交互控件：BossButton。</a:t>
        </a:r>
      </a:p>
    </p188:txBody>
  </p188:cm>
  <p188:cm id="{00000000-0000-0000-0000-000000000000}" authorId="{C13F319A-253E-4ECE-A308-F7AA459951FC}" created="2026-07-11T23:36:19.02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6"/>
      <ac:spMk id="21"/>
    </ac:deMkLst>
    <p188:pos x="11544300" y="4648200"/>
    <p188:txBody>
      <a:bodyPr/>
      <a:lstStyle/>
      <a:p>
        <a:r>
          <a:rPr lang="zh-CN" altLang="en-US"/>
          <a:t>打开设置窗口。</a:t>
        </a:r>
      </a:p>
    </p188:txBody>
  </p188:cm>
  <p188:cm id="{00000000-0000-0000-0000-000000000000}" authorId="{C13F319A-253E-4ECE-A308-F7AA459951FC}" created="2026-07-11T23:36:19.02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6"/>
      <ac:spMk id="25"/>
    </ac:deMkLst>
    <p188:pos x="11544300" y="5232400"/>
    <p188:txBody>
      <a:bodyPr/>
      <a:lstStyle/>
      <a:p>
        <a:r>
          <a:rPr lang="zh-CN" altLang="en-US"/>
          <a:t>交互控件：QuitButton。</a:t>
        </a:r>
      </a:p>
    </p188:txBody>
  </p188:cm>
</p188:cmLst>
</file>

<file path=ppt/comments/modernComment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0-0000-0000-0000-000000000000}" authorId="{C13F319A-253E-4ECE-A308-F7AA459951FC}" created="2026-07-11T23:36:19.83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7"/>
      <ac:spMk id="7"/>
    </ac:deMkLst>
    <p188:pos x="6921500" y="4178300"/>
    <p188:txBody>
      <a:bodyPr/>
      <a:lstStyle/>
      <a:p>
        <a:r>
          <a:rPr lang="zh-CN" altLang="en-US"/>
          <a:t>关闭当前窗口或返回上一层。</a:t>
        </a:r>
      </a:p>
    </p188:txBody>
  </p188:cm>
</p188:cmLst>
</file>

<file path=ppt/comments/modernComment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0-0000-0000-0000-000000000000}" authorId="{C13F319A-253E-4ECE-A308-F7AA459951FC}" created="2026-07-11T23:36:19.95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6"/>
    </ac:deMkLst>
    <p188:pos x="3505200" y="1206500"/>
    <p188:txBody>
      <a:bodyPr/>
      <a:lstStyle/>
      <a:p>
        <a:r>
          <a:rPr lang="zh-CN" altLang="en-US"/>
          <a:t>交互控件：Boss1Button。</a:t>
        </a:r>
      </a:p>
    </p188:txBody>
  </p188:cm>
  <p188:cm id="{00000000-0000-0000-0000-000000000000}" authorId="{C13F319A-253E-4ECE-A308-F7AA459951FC}" created="2026-07-11T23:36:19.95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8"/>
    </ac:deMkLst>
    <p188:pos x="6705600" y="1206500"/>
    <p188:txBody>
      <a:bodyPr/>
      <a:lstStyle/>
      <a:p>
        <a:r>
          <a:rPr lang="zh-CN" altLang="en-US"/>
          <a:t>交互控件：Boss2Button。</a:t>
        </a:r>
      </a:p>
    </p188:txBody>
  </p188:cm>
  <p188:cm id="{00000000-0000-0000-0000-000000000000}" authorId="{C13F319A-253E-4ECE-A308-F7AA459951FC}" created="2026-07-11T23:36:19.9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10"/>
    </ac:deMkLst>
    <p188:pos x="9906000" y="1206500"/>
    <p188:txBody>
      <a:bodyPr/>
      <a:lstStyle/>
      <a:p>
        <a:r>
          <a:rPr lang="zh-CN" altLang="en-US"/>
          <a:t>交互控件：Boss3Button。</a:t>
        </a:r>
      </a:p>
    </p188:txBody>
  </p188:cm>
  <p188:cm id="{00000000-0000-0000-0000-000000000000}" authorId="{C13F319A-253E-4ECE-A308-F7AA459951FC}" created="2026-07-11T23:36:19.9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12"/>
    </ac:deMkLst>
    <p188:pos x="3505200" y="1943100"/>
    <p188:txBody>
      <a:bodyPr/>
      <a:lstStyle/>
      <a:p>
        <a:r>
          <a:rPr lang="zh-CN" altLang="en-US"/>
          <a:t>交互控件：Boss4Button。</a:t>
        </a:r>
      </a:p>
    </p188:txBody>
  </p188:cm>
  <p188:cm id="{00000000-0000-0000-0000-000000000000}" authorId="{C13F319A-253E-4ECE-A308-F7AA459951FC}" created="2026-07-11T23:36:19.9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14"/>
    </ac:deMkLst>
    <p188:pos x="6705600" y="1943100"/>
    <p188:txBody>
      <a:bodyPr/>
      <a:lstStyle/>
      <a:p>
        <a:r>
          <a:rPr lang="zh-CN" altLang="en-US"/>
          <a:t>交互控件：Boss5Button。</a:t>
        </a:r>
      </a:p>
    </p188:txBody>
  </p188:cm>
  <p188:cm id="{00000000-0000-0000-0000-000000000000}" authorId="{C13F319A-253E-4ECE-A308-F7AA459951FC}" created="2026-07-11T23:36:19.95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16"/>
    </ac:deMkLst>
    <p188:pos x="9906000" y="1943100"/>
    <p188:txBody>
      <a:bodyPr/>
      <a:lstStyle/>
      <a:p>
        <a:r>
          <a:rPr lang="zh-CN" altLang="en-US"/>
          <a:t>交互控件：Boss6Button。</a:t>
        </a:r>
      </a:p>
    </p188:txBody>
  </p188:cm>
  <p188:cm id="{00000000-0000-0000-0000-000000000000}" authorId="{C13F319A-253E-4ECE-A308-F7AA459951FC}" created="2026-07-11T23:36:19.95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18"/>
    </ac:deMkLst>
    <p188:pos x="3505200" y="2679700"/>
    <p188:txBody>
      <a:bodyPr/>
      <a:lstStyle/>
      <a:p>
        <a:r>
          <a:rPr lang="zh-CN" altLang="en-US"/>
          <a:t>交互控件：Boss7Button。</a:t>
        </a:r>
      </a:p>
    </p188:txBody>
  </p188:cm>
  <p188:cm id="{00000000-0000-0000-0000-000000000000}" authorId="{C13F319A-253E-4ECE-A308-F7AA459951FC}" created="2026-07-11T23:36:19.95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20"/>
    </ac:deMkLst>
    <p188:pos x="6705600" y="2679700"/>
    <p188:txBody>
      <a:bodyPr/>
      <a:lstStyle/>
      <a:p>
        <a:r>
          <a:rPr lang="zh-CN" altLang="en-US"/>
          <a:t>交互控件：Boss8Button。</a:t>
        </a:r>
      </a:p>
    </p188:txBody>
  </p188:cm>
  <p188:cm id="{00000000-0000-0000-0000-000000000000}" authorId="{C13F319A-253E-4ECE-A308-F7AA459951FC}" created="2026-07-11T23:36:19.95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22"/>
    </ac:deMkLst>
    <p188:pos x="9906000" y="2679700"/>
    <p188:txBody>
      <a:bodyPr/>
      <a:lstStyle/>
      <a:p>
        <a:r>
          <a:rPr lang="zh-CN" altLang="en-US"/>
          <a:t>交互控件：Boss9Button。</a:t>
        </a:r>
      </a:p>
    </p188:txBody>
  </p188:cm>
  <p188:cm id="{00000000-0000-0000-0000-000000000000}" authorId="{C13F319A-253E-4ECE-A308-F7AA459951FC}" created="2026-07-11T23:36:19.95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24"/>
    </ac:deMkLst>
    <p188:pos x="3505200" y="3416300"/>
    <p188:txBody>
      <a:bodyPr/>
      <a:lstStyle/>
      <a:p>
        <a:r>
          <a:rPr lang="zh-CN" altLang="en-US"/>
          <a:t>交互控件：Boss10Button。</a:t>
        </a:r>
      </a:p>
    </p188:txBody>
  </p188:cm>
  <p188:cm id="{00000000-0000-0000-0000-000000000000}" authorId="{C13F319A-253E-4ECE-A308-F7AA459951FC}" created="2026-07-11T23:36:19.95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26"/>
    </ac:deMkLst>
    <p188:pos x="6705600" y="3416300"/>
    <p188:txBody>
      <a:bodyPr/>
      <a:lstStyle/>
      <a:p>
        <a:r>
          <a:rPr lang="zh-CN" altLang="en-US"/>
          <a:t>交互控件：Boss11Button。</a:t>
        </a:r>
      </a:p>
    </p188:txBody>
  </p188:cm>
  <p188:cm id="{00000000-0000-0000-0000-000000000000}" authorId="{C13F319A-253E-4ECE-A308-F7AA459951FC}" created="2026-07-11T23:36:19.95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28"/>
    </ac:deMkLst>
    <p188:pos x="9906000" y="3416300"/>
    <p188:txBody>
      <a:bodyPr/>
      <a:lstStyle/>
      <a:p>
        <a:r>
          <a:rPr lang="zh-CN" altLang="en-US"/>
          <a:t>交互控件：Boss12Button。</a:t>
        </a:r>
      </a:p>
    </p188:txBody>
  </p188:cm>
  <p188:cm id="{00000000-0000-0000-0000-000000000000}" authorId="{C13F319A-253E-4ECE-A308-F7AA459951FC}" created="2026-07-11T23:36:19.95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30"/>
    </ac:deMkLst>
    <p188:pos x="3505200" y="4152900"/>
    <p188:txBody>
      <a:bodyPr/>
      <a:lstStyle/>
      <a:p>
        <a:r>
          <a:rPr lang="zh-CN" altLang="en-US"/>
          <a:t>交互控件：Boss13Button。</a:t>
        </a:r>
      </a:p>
    </p188:txBody>
  </p188:cm>
  <p188:cm id="{00000000-0000-0000-0000-000000000000}" authorId="{C13F319A-253E-4ECE-A308-F7AA459951FC}" created="2026-07-11T23:36:19.95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32"/>
    </ac:deMkLst>
    <p188:pos x="6705600" y="4152900"/>
    <p188:txBody>
      <a:bodyPr/>
      <a:lstStyle/>
      <a:p>
        <a:r>
          <a:rPr lang="zh-CN" altLang="en-US"/>
          <a:t>交互控件：Boss14Button。</a:t>
        </a:r>
      </a:p>
    </p188:txBody>
  </p188:cm>
  <p188:cm id="{00000000-0000-0000-0000-000000000000}" authorId="{C13F319A-253E-4ECE-A308-F7AA459951FC}" created="2026-07-11T23:36:19.95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34"/>
    </ac:deMkLst>
    <p188:pos x="9906000" y="4152900"/>
    <p188:txBody>
      <a:bodyPr/>
      <a:lstStyle/>
      <a:p>
        <a:r>
          <a:rPr lang="zh-CN" altLang="en-US"/>
          <a:t>交互控件：Boss15Button。</a:t>
        </a:r>
      </a:p>
    </p188:txBody>
  </p188:cm>
  <p188:cm id="{00000000-0000-0000-0000-000000000000}" authorId="{C13F319A-253E-4ECE-A308-F7AA459951FC}" created="2026-07-11T23:36:19.95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36"/>
    </ac:deMkLst>
    <p188:pos x="3505200" y="4889500"/>
    <p188:txBody>
      <a:bodyPr/>
      <a:lstStyle/>
      <a:p>
        <a:r>
          <a:rPr lang="zh-CN" altLang="en-US"/>
          <a:t>交互控件：Boss16Button。</a:t>
        </a:r>
      </a:p>
    </p188:txBody>
  </p188:cm>
  <p188:cm id="{00000000-0000-0000-0000-000000000000}" authorId="{C13F319A-253E-4ECE-A308-F7AA459951FC}" created="2026-07-11T23:36:19.95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38"/>
    </ac:deMkLst>
    <p188:pos x="6705600" y="4889500"/>
    <p188:txBody>
      <a:bodyPr/>
      <a:lstStyle/>
      <a:p>
        <a:r>
          <a:rPr lang="zh-CN" altLang="en-US"/>
          <a:t>交互控件：Boss17Button。</a:t>
        </a:r>
      </a:p>
    </p188:txBody>
  </p188:cm>
  <p188:cm id="{00000000-0000-0000-0000-000000000000}" authorId="{C13F319A-253E-4ECE-A308-F7AA459951FC}" created="2026-07-11T23:36:19.95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40"/>
    </ac:deMkLst>
    <p188:pos x="9906000" y="4889500"/>
    <p188:txBody>
      <a:bodyPr/>
      <a:lstStyle/>
      <a:p>
        <a:r>
          <a:rPr lang="zh-CN" altLang="en-US"/>
          <a:t>交互控件：Boss18Button。</a:t>
        </a:r>
      </a:p>
    </p188:txBody>
  </p188:cm>
  <p188:cm id="{00000000-0000-0000-0000-000000000000}" authorId="{C13F319A-253E-4ECE-A308-F7AA459951FC}" created="2026-07-11T23:36:19.95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42"/>
    </ac:deMkLst>
    <p188:pos x="3505200" y="5626100"/>
    <p188:txBody>
      <a:bodyPr/>
      <a:lstStyle/>
      <a:p>
        <a:r>
          <a:rPr lang="zh-CN" altLang="en-US"/>
          <a:t>交互控件：Boss19Button。</a:t>
        </a:r>
      </a:p>
    </p188:txBody>
  </p188:cm>
  <p188:cm id="{00000000-0000-0000-0000-000000000000}" authorId="{C13F319A-253E-4ECE-A308-F7AA459951FC}" created="2026-07-11T23:36:19.95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44"/>
    </ac:deMkLst>
    <p188:pos x="6705600" y="5626100"/>
    <p188:txBody>
      <a:bodyPr/>
      <a:lstStyle/>
      <a:p>
        <a:r>
          <a:rPr lang="zh-CN" altLang="en-US"/>
          <a:t>交互控件：Boss20Button。</a:t>
        </a:r>
      </a:p>
    </p188:txBody>
  </p188:cm>
  <p188:cm id="{00000000-0000-0000-0000-000000000000}" authorId="{C13F319A-253E-4ECE-A308-F7AA459951FC}" created="2026-07-11T23:36:19.09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8"/>
      <ac:spMk id="46"/>
    </ac:deMkLst>
    <p188:pos x="11709400" y="5803900"/>
    <p188:txBody>
      <a:bodyPr/>
      <a:lstStyle/>
      <a:p>
        <a:r>
          <a:rPr lang="zh-CN" altLang="en-US"/>
          <a:t>关闭当前窗口或返回上一层。</a:t>
        </a:r>
      </a:p>
    </p188:txBody>
  </p188:cm>
</p188:cmLst>
</file>

<file path=ppt/comments/modernComment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0-0000-0000-0000-000000000000}" authorId="{C13F319A-253E-4ECE-A308-F7AA459951FC}" created="2026-07-11T23:36:20.0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9"/>
      <ac:spMk id="8"/>
    </ac:deMkLst>
    <p188:pos x="10045700" y="4660900"/>
    <p188:txBody>
      <a:bodyPr/>
      <a:lstStyle/>
      <a:p>
        <a:r>
          <a:rPr lang="zh-CN" altLang="en-US"/>
          <a:t>打开商店。</a:t>
        </a:r>
      </a:p>
    </p188:txBody>
  </p188:cm>
  <p188:cm id="{00000000-0000-0000-0000-000000000000}" authorId="{C13F319A-253E-4ECE-A308-F7AA459951FC}" created="2026-07-11T23:36:20.0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9"/>
      <ac:spMk id="10"/>
    </ac:deMkLst>
    <p188:pos x="10915650" y="4660900"/>
    <p188:txBody>
      <a:bodyPr/>
      <a:lstStyle/>
      <a:p>
        <a:r>
          <a:rPr lang="zh-CN" altLang="en-US"/>
          <a:t>打开机库。</a:t>
        </a:r>
      </a:p>
    </p188:txBody>
  </p188:cm>
  <p188:cm id="{00000000-0000-0000-0000-000000000000}" authorId="{C13F319A-253E-4ECE-A308-F7AA459951FC}" created="2026-07-11T23:36:20.0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9"/>
      <ac:spMk id="12"/>
    </ac:deMkLst>
    <p188:pos x="11785600" y="4660900"/>
    <p188:txBody>
      <a:bodyPr/>
      <a:lstStyle/>
      <a:p>
        <a:r>
          <a:rPr lang="zh-CN" altLang="en-US"/>
          <a:t>打开装备档案。</a:t>
        </a:r>
      </a:p>
    </p188:txBody>
  </p188:cm>
  <p188:cm id="{00000000-0000-0000-0000-000000000000}" authorId="{C13F319A-253E-4ECE-A308-F7AA459951FC}" created="2026-07-11T23:36:20.0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9"/>
      <ac:spMk id="14"/>
    </ac:deMkLst>
    <p188:pos x="11785600" y="5207000"/>
    <p188:txBody>
      <a:bodyPr/>
      <a:lstStyle/>
      <a:p>
        <a:r>
          <a:rPr lang="zh-CN" altLang="en-US"/>
          <a:t>确认当前选择并进入下一步。</a:t>
        </a:r>
      </a:p>
    </p188:txBody>
  </p188:cm>
  <p188:cm id="{00000000-0000-0000-0000-000000000000}" authorId="{C13F319A-253E-4ECE-A308-F7AA459951FC}" created="2026-07-11T23:36:20.101">
    <pc:sldMkLst xmlns:pc="http://schemas.microsoft.com/office/powerpoint/2013/main/command">
      <pc:docMk/>
      <pc:sldMk sldId="259"/>
    </pc:sldMkLst>
    <p188:pos x="11938000" y="6350000"/>
    <p188:txBody>
      <a:bodyPr/>
      <a:lstStyle/>
      <a:p>
        <a:r>
          <a:rPr lang="zh-CN" altLang="en-US"/>
          <a:t>关闭当前窗口或返回上一层。</a:t>
        </a:r>
      </a:p>
    </p188:txBody>
  </p188:cm>
  <p188:cm id="{2E142607-B3BB-4134-8146-3700ED4754E8}" authorId="{DC17A386-9886-DF58-1751-CBE1C42C9FFA}" created="2026-07-11T15:39:12.38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9"/>
      <ac:spMk id="7"/>
    </ac:deMkLst>
    <p188:txBody>
      <a:bodyPr/>
      <a:lstStyle/>
      <a:p>
        <a:r>
          <a:rPr lang="zh-CN" altLang="en-US"/>
          <a:t>这里需要根据文本做蒙版和滚动，确保文本不会移除</a:t>
        </a:r>
      </a:p>
    </p188:txBody>
  </p188:cm>
  <p188:cm id="{40F8525C-E53E-4132-A9F5-CEBC31843DD9}" authorId="{DC17A386-9886-DF58-1751-CBE1C42C9FFA}" created="2026-07-11T15:40:14.18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9"/>
      <ac:spMk id="21"/>
    </ac:deMkLst>
    <p188:txBody>
      <a:bodyPr/>
      <a:lstStyle/>
      <a:p>
        <a:r>
          <a:rPr lang="zh-CN" altLang="en-US"/>
          <a:t>把整个作战地图放在这里，注意也不要出框</a:t>
        </a:r>
      </a:p>
    </p188:txBody>
  </p188:cm>
  <p188:cm id="{013EC91F-166C-41C2-B3C3-7F35D4D79C72}" authorId="{DC17A386-9886-DF58-1751-CBE1C42C9FFA}" created="2026-07-11T15:40:41.36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9"/>
      <ac:spMk id="20"/>
    </ac:deMkLst>
    <p188:txBody>
      <a:bodyPr/>
      <a:lstStyle/>
      <a:p>
        <a:r>
          <a:rPr lang="zh-CN" altLang="en-US"/>
          <a:t>文本有改动，改为打开设置界面，且该按钮需要一个单独的Icon</a:t>
        </a:r>
      </a:p>
    </p188:txBody>
  </p188:cm>
  <p188:cm id="{6E370CCD-6333-49CC-BCE0-9F11F99A5426}" authorId="{DC17A386-9886-DF58-1751-CBE1C42C9FFA}" created="2026-07-11T16:13:43.08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9"/>
      <ac:grpSpMk id="22"/>
    </ac:deMkLst>
    <p188:txBody>
      <a:bodyPr/>
      <a:lstStyle/>
      <a:p>
        <a:r>
          <a:rPr lang="zh-CN" altLang="en-US"/>
          <a:t>删除不要</a:t>
        </a:r>
      </a:p>
    </p188:txBody>
  </p188:cm>
  <p188:cm id="{1D8588A4-9B46-4877-886F-E2525283BD0A}" authorId="{DC17A386-9886-DF58-1751-CBE1C42C9FFA}" created="2026-07-11T16:21:24.87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59"/>
      <ac:spMk id="23"/>
    </ac:deMkLst>
    <p188:txBody>
      <a:bodyPr/>
      <a:lstStyle/>
      <a:p>
        <a:r>
          <a:rPr lang="zh-CN" altLang="en-US"/>
          <a:t>没有警报时直接隐藏</a:t>
        </a:r>
      </a:p>
    </p188:txBody>
  </p188:cm>
</p188:cmLst>
</file>

<file path=ppt/comments/modernComment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0-0000-0000-0000-000000000000}" authorId="{C13F319A-253E-4ECE-A308-F7AA459951FC}" created="2026-07-11T23:36:20.269">
    <pc:sldMkLst xmlns:pc="http://schemas.microsoft.com/office/powerpoint/2013/main/command">
      <pc:docMk/>
      <pc:sldMk sldId="260"/>
    </pc:sldMkLst>
    <p188:pos x="7924800" y="1803400"/>
    <p188:txBody>
      <a:bodyPr/>
      <a:lstStyle/>
      <a:p>
        <a:r>
          <a:rPr lang="zh-CN" altLang="en-US"/>
          <a:t>交互控件：FamilyFocusOption。</a:t>
        </a:r>
      </a:p>
    </p188:txBody>
  </p188:cm>
  <p188:cm id="{00000000-0000-0000-0000-000000000000}" authorId="{C13F319A-253E-4ECE-A308-F7AA459951FC}" created="2026-07-11T23:36:20.26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0"/>
      <ac:spMk id="11"/>
    </ac:deMkLst>
    <p188:pos x="9093200" y="1803400"/>
    <p188:txBody>
      <a:bodyPr/>
      <a:lstStyle/>
      <a:p>
        <a:r>
          <a:rPr lang="zh-CN" altLang="en-US"/>
          <a:t>交互控件：RerollButton。</a:t>
        </a:r>
      </a:p>
    </p188:txBody>
  </p188:cm>
  <p188:cm id="{00000000-0000-0000-0000-000000000000}" authorId="{C13F319A-253E-4ECE-A308-F7AA459951FC}" created="2026-07-11T23:36:20.02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0"/>
      <ac:spMk id="19"/>
    </ac:deMkLst>
    <p188:pos x="9093200" y="5359400"/>
    <p188:txBody>
      <a:bodyPr/>
      <a:lstStyle/>
      <a:p>
        <a:r>
          <a:rPr lang="zh-CN" altLang="en-US"/>
          <a:t>关闭当前窗口或返回上一层。</a:t>
        </a:r>
      </a:p>
    </p188:txBody>
  </p188:cm>
  <p188:cm id="{22D84204-18DC-4545-851C-DBAB93804379}" authorId="{DC17A386-9886-DF58-1751-CBE1C42C9FFA}" created="2026-07-11T15:45:43.05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0"/>
      <ac:grpSpMk id="24"/>
    </ac:deMkLst>
    <p188:txBody>
      <a:bodyPr/>
      <a:lstStyle/>
      <a:p>
        <a:r>
          <a:rPr lang="zh-CN" altLang="en-US"/>
          <a:t>货币数量，右对齐</a:t>
        </a:r>
      </a:p>
    </p188:txBody>
  </p188:cm>
  <p188:cm id="{AA701895-C24A-4F5F-967B-91E34DA129DE}" authorId="{DC17A386-9886-DF58-1751-CBE1C42C9FFA}" created="2026-07-11T15:46:12.69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0"/>
      <ac:spMk id="23"/>
    </ac:deMkLst>
    <p188:txBody>
      <a:bodyPr/>
      <a:lstStyle/>
      <a:p>
        <a:r>
          <a:rPr lang="zh-CN" altLang="en-US"/>
          <a:t>货币Icon，需要你额外绘制，并且会随着数字长度增加向左移动</a:t>
        </a:r>
      </a:p>
    </p188:txBody>
  </p188:cm>
  <p188:cm id="{4FB6004A-D731-4625-AB52-61F5C4AB4279}" authorId="{DC17A386-9886-DF58-1751-CBE1C42C9FFA}" created="2026-07-11T15:46:39.79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0"/>
      <ac:spMk id="14"/>
    </ac:deMkLst>
    <p188:txBody>
      <a:bodyPr/>
      <a:lstStyle/>
      <a:p>
        <a:r>
          <a:rPr lang="zh-CN" altLang="en-US"/>
          <a:t>放置商品，可滚动，商品一行3个，注意不要出框</a:t>
        </a:r>
      </a:p>
    </p188:txBody>
  </p188:cm>
</p188:cmLst>
</file>

<file path=ppt/comments/modernComment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0-0000-0000-0000-000000000000}" authorId="{C13F319A-253E-4ECE-A308-F7AA459951FC}" created="2026-07-11T23:36:20.041">
    <pc:sldMkLst xmlns:pc="http://schemas.microsoft.com/office/powerpoint/2013/main/command">
      <pc:docMk/>
      <pc:sldMk sldId="261"/>
    </pc:sldMkLst>
    <p188:pos x="5683250" y="1714500"/>
    <p188:txBody>
      <a:bodyPr/>
      <a:lstStyle/>
      <a:p>
        <a:r>
          <a:rPr lang="zh-CN" altLang="en-US"/>
          <a:t>交互控件：Loadout1SaveButton。</a:t>
        </a:r>
      </a:p>
    </p188:txBody>
  </p188:cm>
  <p188:cm id="{00000000-0000-0000-0000-000000000000}" authorId="{C13F319A-253E-4ECE-A308-F7AA459951FC}" created="2026-07-11T23:36:20.0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13"/>
    </ac:deMkLst>
    <p188:pos x="6572250" y="1714500"/>
    <p188:txBody>
      <a:bodyPr/>
      <a:lstStyle/>
      <a:p>
        <a:r>
          <a:rPr lang="zh-CN" altLang="en-US"/>
          <a:t>交互控件：Loadout1ApplyButton。</a:t>
        </a:r>
      </a:p>
    </p188:txBody>
  </p188:cm>
  <p188:cm id="{00000000-0000-0000-0000-000000000000}" authorId="{C13F319A-253E-4ECE-A308-F7AA459951FC}" created="2026-07-11T23:36:20.0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15"/>
    </ac:deMkLst>
    <p188:pos x="7461250" y="1714500"/>
    <p188:txBody>
      <a:bodyPr/>
      <a:lstStyle/>
      <a:p>
        <a:r>
          <a:rPr lang="zh-CN" altLang="en-US"/>
          <a:t>交互控件：Loadout2SaveButton。</a:t>
        </a:r>
      </a:p>
    </p188:txBody>
  </p188:cm>
  <p188:cm id="{00000000-0000-0000-0000-000000000000}" authorId="{C13F319A-253E-4ECE-A308-F7AA459951FC}" created="2026-07-11T23:36:20.0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17"/>
    </ac:deMkLst>
    <p188:pos x="8350250" y="1714500"/>
    <p188:txBody>
      <a:bodyPr/>
      <a:lstStyle/>
      <a:p>
        <a:r>
          <a:rPr lang="zh-CN" altLang="en-US"/>
          <a:t>交互控件：Loadout2ApplyButton。</a:t>
        </a:r>
      </a:p>
    </p188:txBody>
  </p188:cm>
  <p188:cm id="{00000000-0000-0000-0000-000000000000}" authorId="{C13F319A-253E-4ECE-A308-F7AA459951FC}" created="2026-07-11T23:36:20.0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19"/>
    </ac:deMkLst>
    <p188:pos x="9239250" y="1714500"/>
    <p188:txBody>
      <a:bodyPr/>
      <a:lstStyle/>
      <a:p>
        <a:r>
          <a:rPr lang="zh-CN" altLang="en-US"/>
          <a:t>交互控件：Loadout3SaveButton。</a:t>
        </a:r>
      </a:p>
    </p188:txBody>
  </p188:cm>
  <p188:cm id="{00000000-0000-0000-0000-000000000000}" authorId="{C13F319A-253E-4ECE-A308-F7AA459951FC}" created="2026-07-11T23:36:20.0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21"/>
    </ac:deMkLst>
    <p188:pos x="10128250" y="1714500"/>
    <p188:txBody>
      <a:bodyPr/>
      <a:lstStyle/>
      <a:p>
        <a:r>
          <a:rPr lang="zh-CN" altLang="en-US"/>
          <a:t>交互控件：Loadout3ApplyButton。</a:t>
        </a:r>
      </a:p>
    </p188:txBody>
  </p188:cm>
  <p188:cm id="{00000000-0000-0000-0000-000000000000}" authorId="{C13F319A-253E-4ECE-A308-F7AA459951FC}" created="2026-07-11T23:36:20.411">
    <pc:sldMkLst xmlns:pc="http://schemas.microsoft.com/office/powerpoint/2013/main/command">
      <pc:docMk/>
      <pc:sldMk sldId="261"/>
    </pc:sldMkLst>
    <p188:pos x="4343400" y="2514600"/>
    <p188:txBody>
      <a:bodyPr/>
      <a:lstStyle/>
      <a:p>
        <a:r>
          <a:rPr lang="zh-CN" altLang="en-US"/>
          <a:t>交互控件：AllButton。</a:t>
        </a:r>
      </a:p>
    </p188:txBody>
  </p188:cm>
  <p188:cm id="{00000000-0000-0000-0000-000000000000}" authorId="{C13F319A-253E-4ECE-A308-F7AA459951FC}" created="2026-07-11T23:36:20.41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34"/>
    </ac:deMkLst>
    <p188:pos x="5283200" y="2514600"/>
    <p188:txBody>
      <a:bodyPr/>
      <a:lstStyle/>
      <a:p>
        <a:r>
          <a:rPr lang="zh-CN" altLang="en-US"/>
          <a:t>交互控件：ColossusButton。</a:t>
        </a:r>
      </a:p>
    </p188:txBody>
  </p188:cm>
  <p188:cm id="{00000000-0000-0000-0000-000000000000}" authorId="{C13F319A-253E-4ECE-A308-F7AA459951FC}" created="2026-07-11T23:36:20.41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36"/>
    </ac:deMkLst>
    <p188:pos x="6159500" y="2514600"/>
    <p188:txBody>
      <a:bodyPr/>
      <a:lstStyle/>
      <a:p>
        <a:r>
          <a:rPr lang="zh-CN" altLang="en-US"/>
          <a:t>交互控件：ParadiseButton。</a:t>
        </a:r>
      </a:p>
    </p188:txBody>
  </p188:cm>
  <p188:cm id="{00000000-0000-0000-0000-000000000000}" authorId="{C13F319A-253E-4ECE-A308-F7AA459951FC}" created="2026-07-11T23:36:20.41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38"/>
    </ac:deMkLst>
    <p188:pos x="7099300" y="2514600"/>
    <p188:txBody>
      <a:bodyPr/>
      <a:lstStyle/>
      <a:p>
        <a:r>
          <a:rPr lang="zh-CN" altLang="en-US"/>
          <a:t>交互控件：WarpedButton。</a:t>
        </a:r>
      </a:p>
    </p188:txBody>
  </p188:cm>
  <p188:cm id="{00000000-0000-0000-0000-000000000000}" authorId="{C13F319A-253E-4ECE-A308-F7AA459951FC}" created="2026-07-11T23:36:20.41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40"/>
    </ac:deMkLst>
    <p188:pos x="8039100" y="2514600"/>
    <p188:txBody>
      <a:bodyPr/>
      <a:lstStyle/>
      <a:p>
        <a:r>
          <a:rPr lang="zh-CN" altLang="en-US"/>
          <a:t>交互控件：HellEyeButton。</a:t>
        </a:r>
      </a:p>
    </p188:txBody>
  </p188:cm>
  <p188:cm id="{00000000-0000-0000-0000-000000000000}" authorId="{C13F319A-253E-4ECE-A308-F7AA459951FC}" created="2026-07-11T23:36:20.41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42"/>
    </ac:deMkLst>
    <p188:pos x="8978900" y="2514600"/>
    <p188:txBody>
      <a:bodyPr/>
      <a:lstStyle/>
      <a:p>
        <a:r>
          <a:rPr lang="zh-CN" altLang="en-US"/>
          <a:t>交互控件：DivineButton。</a:t>
        </a:r>
      </a:p>
    </p188:txBody>
  </p188:cm>
  <p188:cm id="{00000000-0000-0000-0000-000000000000}" authorId="{C13F319A-253E-4ECE-A308-F7AA459951FC}" created="2026-07-11T23:36:20.41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44"/>
    </ac:deMkLst>
    <p188:pos x="9855200" y="2514600"/>
    <p188:txBody>
      <a:bodyPr/>
      <a:lstStyle/>
      <a:p>
        <a:r>
          <a:rPr lang="zh-CN" altLang="en-US"/>
          <a:t>交互控件：GeneralButton。</a:t>
        </a:r>
      </a:p>
    </p188:txBody>
  </p188:cm>
  <p188:cm id="{00000000-0000-0000-0000-000000000000}" authorId="{C13F319A-253E-4ECE-A308-F7AA459951FC}" created="2026-07-11T23:36:20.413">
    <pc:sldMkLst xmlns:pc="http://schemas.microsoft.com/office/powerpoint/2013/main/command">
      <pc:docMk/>
      <pc:sldMk sldId="261"/>
    </pc:sldMkLst>
    <p188:pos x="9855200" y="3251200"/>
    <p188:txBody>
      <a:bodyPr/>
      <a:lstStyle/>
      <a:p>
        <a:r>
          <a:rPr lang="zh-CN" altLang="en-US"/>
          <a:t>交互控件：RecommendationEquipButton。</a:t>
        </a:r>
      </a:p>
    </p188:txBody>
  </p188:cm>
  <p188:cm id="{00000000-0000-0000-0000-000000000000}" authorId="{C13F319A-253E-4ECE-A308-F7AA459951FC}" created="2026-07-11T23:36:20.41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58"/>
    </ac:deMkLst>
    <p188:pos x="9855200" y="5613400"/>
    <p188:txBody>
      <a:bodyPr/>
      <a:lstStyle/>
      <a:p>
        <a:r>
          <a:rPr lang="zh-CN" altLang="en-US"/>
          <a:t>关闭当前窗口或返回上一层。</a:t>
        </a:r>
      </a:p>
    </p188:txBody>
  </p188:cm>
  <p188:cm id="{F24BFCC7-61C9-4EAA-BF5C-C3B5D4AC5B5A}" authorId="{DC17A386-9886-DF58-1751-CBE1C42C9FFA}" created="2026-07-11T15:54:38.0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grpSpMk id="65"/>
    </ac:deMkLst>
    <p188:txBody>
      <a:bodyPr/>
      <a:lstStyle/>
      <a:p>
        <a:r>
          <a:rPr lang="zh-CN" altLang="en-US"/>
          <a:t>删除该功能，不需要了</a:t>
        </a:r>
      </a:p>
    </p188:txBody>
  </p188:cm>
  <p188:cm id="{B6904D2A-22B4-48A0-98D6-316483CE5A9F}" authorId="{DC17A386-9886-DF58-1751-CBE1C42C9FFA}" created="2026-07-11T15:54:48.81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grpSpMk id="67"/>
    </ac:deMkLst>
    <p188:txBody>
      <a:bodyPr/>
      <a:lstStyle/>
      <a:p>
        <a:r>
          <a:rPr lang="zh-CN" altLang="en-US"/>
          <a:t>删除该功能，不需要了</a:t>
        </a:r>
      </a:p>
    </p188:txBody>
  </p188:cm>
  <p188:cm id="{401C6E72-BC3B-4430-AB6E-F08B32805842}" authorId="{DC17A386-9886-DF58-1751-CBE1C42C9FFA}" created="2026-07-11T16:02:33.96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71"/>
    </ac:deMkLst>
    <p188:txBody>
      <a:bodyPr/>
      <a:lstStyle/>
      <a:p>
        <a:r>
          <a:rPr lang="zh-CN" altLang="en-US"/>
          <a:t>此处显示已有的对应类别的未装备的装备，可以滚动</a:t>
        </a:r>
      </a:p>
    </p188:txBody>
  </p188:cm>
  <p188:cm id="{EAF330E3-6F16-4C48-BDEC-E84CB992B2A4}" authorId="{DC17A386-9886-DF58-1751-CBE1C42C9FFA}" created="2026-07-11T16:02:44.01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73"/>
    </ac:deMkLst>
    <p188:txBody>
      <a:bodyPr/>
      <a:lstStyle/>
      <a:p>
        <a:r>
          <a:rPr lang="zh-CN" altLang="en-US"/>
          <a:t>令下方窗格显示所有未装备的武器</a:t>
        </a:r>
      </a:p>
    </p188:txBody>
  </p188:cm>
  <p188:cm id="{06E37B4E-4EE6-44A6-8835-AF47D22913E0}" authorId="{DC17A386-9886-DF58-1751-CBE1C42C9FFA}" created="2026-07-11T16:03:05.67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74"/>
    </ac:deMkLst>
    <p188:txBody>
      <a:bodyPr/>
      <a:lstStyle/>
      <a:p>
        <a:r>
          <a:rPr lang="zh-CN" altLang="en-US"/>
          <a:t>令下方窗格显示所有未装备的辅助机</a:t>
        </a:r>
      </a:p>
    </p188:txBody>
  </p188:cm>
  <p188:cm id="{B1EBE8DC-F7CA-4B42-9F75-E4A28301C87C}" authorId="{DC17A386-9886-DF58-1751-CBE1C42C9FFA}" created="2026-07-11T16:04:31.47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75"/>
    </ac:deMkLst>
    <p188:txBody>
      <a:bodyPr/>
      <a:lstStyle/>
      <a:p>
        <a:r>
          <a:rPr lang="zh-CN" altLang="en-US"/>
          <a:t>放置已经装备的辅助机</a:t>
        </a:r>
      </a:p>
    </p188:txBody>
  </p188:cm>
  <p188:cm id="{8F7936A4-75F5-472D-8B9C-9A273557FEA2}" authorId="{DC17A386-9886-DF58-1751-CBE1C42C9FFA}" created="2026-07-11T16:04:40.86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68"/>
    </ac:deMkLst>
    <p188:txBody>
      <a:bodyPr/>
      <a:lstStyle/>
      <a:p>
        <a:r>
          <a:rPr lang="zh-CN" altLang="en-US"/>
          <a:t>已装备武器的Icon</a:t>
        </a:r>
      </a:p>
    </p188:txBody>
  </p188:cm>
  <p188:cm id="{B3E8F99D-D694-4FA9-A9F1-853282A17DBE}" authorId="{DC17A386-9886-DF58-1751-CBE1C42C9FFA}" created="2026-07-11T16:04:55.02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76"/>
    </ac:deMkLst>
    <p188:txBody>
      <a:bodyPr/>
      <a:lstStyle/>
      <a:p>
        <a:r>
          <a:rPr lang="zh-CN" altLang="en-US"/>
          <a:t>已装备武器的武器名</a:t>
        </a:r>
      </a:p>
    </p188:txBody>
  </p188:cm>
  <p188:cm id="{B8D2CD2A-A78A-44CA-B64E-B7AF23A69524}" authorId="{DC17A386-9886-DF58-1751-CBE1C42C9FFA}" created="2026-07-11T16:05:04.5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1"/>
      <ac:spMk id="77"/>
    </ac:deMkLst>
    <p188:txBody>
      <a:bodyPr/>
      <a:lstStyle/>
      <a:p>
        <a:r>
          <a:rPr lang="zh-CN" altLang="en-US"/>
          <a:t>已装备武器的实际效果</a:t>
        </a:r>
      </a:p>
    </p188:txBody>
  </p188:cm>
</p188:cmLst>
</file>

<file path=ppt/comments/modernComment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0-0000-0000-0000-000000000000}" authorId="{C13F319A-253E-4ECE-A308-F7AA459951FC}" created="2026-07-11T23:36:20.00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2"/>
      <ac:spMk id="8"/>
    </ac:deMkLst>
    <p188:pos x="3530600" y="1803400"/>
    <p188:txBody>
      <a:bodyPr/>
      <a:lstStyle/>
      <a:p>
        <a:r>
          <a:rPr lang="zh-CN" altLang="en-US"/>
          <a:t>交互控件：AllButton。</a:t>
        </a:r>
      </a:p>
    </p188:txBody>
  </p188:cm>
  <p188:cm id="{00000000-0000-0000-0000-000000000000}" authorId="{C13F319A-253E-4ECE-A308-F7AA459951FC}" created="2026-07-11T23:36:20.00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2"/>
      <ac:spMk id="10"/>
    </ac:deMkLst>
    <p188:pos x="4419600" y="1803400"/>
    <p188:txBody>
      <a:bodyPr/>
      <a:lstStyle/>
      <a:p>
        <a:r>
          <a:rPr lang="zh-CN" altLang="en-US"/>
          <a:t>交互控件：WeaponButton。</a:t>
        </a:r>
      </a:p>
    </p188:txBody>
  </p188:cm>
  <p188:cm id="{00000000-0000-0000-0000-000000000000}" authorId="{C13F319A-253E-4ECE-A308-F7AA459951FC}" created="2026-07-11T23:36:20.00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2"/>
      <ac:spMk id="12"/>
    </ac:deMkLst>
    <p188:pos x="5308600" y="1803400"/>
    <p188:txBody>
      <a:bodyPr/>
      <a:lstStyle/>
      <a:p>
        <a:r>
          <a:rPr lang="zh-CN" altLang="en-US"/>
          <a:t>交互控件：AuxButton。</a:t>
        </a:r>
      </a:p>
    </p188:txBody>
  </p188:cm>
  <p188:cm id="{00000000-0000-0000-0000-000000000000}" authorId="{C13F319A-253E-4ECE-A308-F7AA459951FC}" created="2026-07-11T23:36:20.00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2"/>
      <ac:spMk id="15"/>
    </ac:deMkLst>
    <p188:pos x="3378200" y="2171700"/>
    <p188:txBody>
      <a:bodyPr/>
      <a:lstStyle/>
      <a:p>
        <a:r>
          <a:rPr lang="zh-CN" altLang="en-US"/>
          <a:t>交互控件：AllButton。</a:t>
        </a:r>
      </a:p>
    </p188:txBody>
  </p188:cm>
  <p188:cm id="{00000000-0000-0000-0000-000000000000}" authorId="{C13F319A-253E-4ECE-A308-F7AA459951FC}" created="2026-07-11T23:36:20.6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2"/>
      <ac:spMk id="17"/>
    </ac:deMkLst>
    <p188:pos x="4267200" y="2171700"/>
    <p188:txBody>
      <a:bodyPr/>
      <a:lstStyle/>
      <a:p>
        <a:r>
          <a:rPr lang="zh-CN" altLang="en-US"/>
          <a:t>交互控件：ColossusButton。</a:t>
        </a:r>
      </a:p>
    </p188:txBody>
  </p188:cm>
  <p188:cm id="{00000000-0000-0000-0000-000000000000}" authorId="{C13F319A-253E-4ECE-A308-F7AA459951FC}" created="2026-07-11T23:36:20.6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2"/>
      <ac:spMk id="19"/>
    </ac:deMkLst>
    <p188:pos x="5029200" y="2171700"/>
    <p188:txBody>
      <a:bodyPr/>
      <a:lstStyle/>
      <a:p>
        <a:r>
          <a:rPr lang="zh-CN" altLang="en-US"/>
          <a:t>交互控件：ParadiseButton。</a:t>
        </a:r>
      </a:p>
    </p188:txBody>
  </p188:cm>
  <p188:cm id="{00000000-0000-0000-0000-000000000000}" authorId="{C13F319A-253E-4ECE-A308-F7AA459951FC}" created="2026-07-11T23:36:20.6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2"/>
      <ac:spMk id="21"/>
    </ac:deMkLst>
    <p188:pos x="5918200" y="2171700"/>
    <p188:txBody>
      <a:bodyPr/>
      <a:lstStyle/>
      <a:p>
        <a:r>
          <a:rPr lang="zh-CN" altLang="en-US"/>
          <a:t>交互控件：WarpedButton。</a:t>
        </a:r>
      </a:p>
    </p188:txBody>
  </p188:cm>
  <p188:cm id="{00000000-0000-0000-0000-000000000000}" authorId="{C13F319A-253E-4ECE-A308-F7AA459951FC}" created="2026-07-11T23:36:20.6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2"/>
      <ac:spMk id="23"/>
    </ac:deMkLst>
    <p188:pos x="6807200" y="2171700"/>
    <p188:txBody>
      <a:bodyPr/>
      <a:lstStyle/>
      <a:p>
        <a:r>
          <a:rPr lang="zh-CN" altLang="en-US"/>
          <a:t>交互控件：HellEyeButton。</a:t>
        </a:r>
      </a:p>
    </p188:txBody>
  </p188:cm>
  <p188:cm id="{00000000-0000-0000-0000-000000000000}" authorId="{C13F319A-253E-4ECE-A308-F7AA459951FC}" created="2026-07-11T23:36:20.6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2"/>
      <ac:spMk id="25"/>
    </ac:deMkLst>
    <p188:pos x="7696200" y="2171700"/>
    <p188:txBody>
      <a:bodyPr/>
      <a:lstStyle/>
      <a:p>
        <a:r>
          <a:rPr lang="zh-CN" altLang="en-US"/>
          <a:t>交互控件：DivineButton。</a:t>
        </a:r>
      </a:p>
    </p188:txBody>
  </p188:cm>
  <p188:cm id="{00000000-0000-0000-0000-000000000000}" authorId="{C13F319A-253E-4ECE-A308-F7AA459951FC}" created="2026-07-11T23:36:20.6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2"/>
      <ac:spMk id="27"/>
    </ac:deMkLst>
    <p188:pos x="8407400" y="2171700"/>
    <p188:txBody>
      <a:bodyPr/>
      <a:lstStyle/>
      <a:p>
        <a:r>
          <a:rPr lang="zh-CN" altLang="en-US"/>
          <a:t>交互控件：GeneralButton。</a:t>
        </a:r>
      </a:p>
    </p188:txBody>
  </p188:cm>
  <p188:cm id="{00000000-0000-0000-0000-000000000000}" authorId="{C13F319A-253E-4ECE-A308-F7AA459951FC}" created="2026-07-11T23:36:20.60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2"/>
      <ac:spMk id="32"/>
    </ac:deMkLst>
    <p188:pos x="9474200" y="5549900"/>
    <p188:txBody>
      <a:bodyPr/>
      <a:lstStyle/>
      <a:p>
        <a:r>
          <a:rPr lang="zh-CN" altLang="en-US"/>
          <a:t>关闭当前窗口或返回上一层。</a:t>
        </a:r>
      </a:p>
    </p188:txBody>
  </p188:cm>
</p188:cmLst>
</file>

<file path=ppt/comments/modernComment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0-0000-0000-0000-000000000000}" authorId="{C13F319A-253E-4ECE-A308-F7AA459951FC}" created="2026-07-11T23:36:20.73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3"/>
      <ac:spMk id="6"/>
    </ac:deMkLst>
    <p188:pos x="6858000" y="5016500"/>
    <p188:replyLst>
      <p188:reply id="{BA391F74-8450-4C5A-8B27-CD7FA9E6D858}" authorId="{DC17A386-9886-DF58-1751-CBE1C42C9FFA}" created="2026-07-11T16:07:28.157">
        <p188:txBody>
          <a:bodyPr/>
          <a:lstStyle/>
          <a:p>
            <a:r>
              <a:rPr lang="zh-CN" altLang="en-US"/>
              <a:t>不显示</a:t>
            </a:r>
          </a:p>
        </p188:txBody>
      </p188:reply>
    </p188:replyLst>
    <p188:txBody>
      <a:bodyPr/>
      <a:lstStyle/>
      <a:p>
        <a:r>
          <a:rPr lang="zh-CN" altLang="en-US"/>
          <a:t>关闭当前窗口或返回上一层。</a:t>
        </a:r>
      </a:p>
    </p188:txBody>
  </p188:cm>
  <p188:cm id="{EDC5D8BD-9231-4784-833C-73265B95E313}" authorId="{DC17A386-9886-DF58-1751-CBE1C42C9FFA}" created="2026-07-11T16:07:07.80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3"/>
      <ac:spMk id="9"/>
    </ac:deMkLst>
    <p188:txBody>
      <a:bodyPr/>
      <a:lstStyle/>
      <a:p>
        <a:r>
          <a:rPr lang="zh-CN" altLang="en-US"/>
          <a:t>依据事件不同，显示的背景大图，需要根据每个事件单独绘制</a:t>
        </a:r>
      </a:p>
    </p188:txBody>
  </p188:cm>
  <p188:cm id="{B506AA1B-14ED-4077-AFD4-46BFCF331C04}" authorId="{DC17A386-9886-DF58-1751-CBE1C42C9FFA}" created="2026-07-11T16:09:11.01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3"/>
      <ac:spMk id="5"/>
    </ac:deMkLst>
    <p188:txBody>
      <a:bodyPr/>
      <a:lstStyle/>
      <a:p>
        <a:r>
          <a:rPr lang="zh-CN" altLang="en-US"/>
          <a:t>事件名</a:t>
        </a:r>
      </a:p>
    </p188:txBody>
  </p188:cm>
  <p188:cm id="{5B8A3827-2A52-411F-A855-3B0441F98042}" authorId="{DC17A386-9886-DF58-1751-CBE1C42C9FFA}" created="2026-07-11T16:11:24.5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3"/>
      <ac:grpSpMk id="13"/>
    </ac:deMkLst>
    <p188:txBody>
      <a:bodyPr/>
      <a:lstStyle/>
      <a:p>
        <a:r>
          <a:rPr lang="zh-CN" altLang="en-US"/>
          <a:t>选项内容，不预测最终会获得什么</a:t>
        </a:r>
      </a:p>
    </p188:txBody>
  </p188:cm>
  <p188:cm id="{2C71DFA4-7248-4E1A-A0F5-52DE487F91AF}" authorId="{DC17A386-9886-DF58-1751-CBE1C42C9FFA}" created="2026-07-11T16:17:23.3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3"/>
      <ac:spMk id="10"/>
    </ac:deMkLst>
    <p188:txBody>
      <a:bodyPr/>
      <a:lstStyle/>
      <a:p>
        <a:r>
          <a:rPr lang="zh-CN" altLang="en-US"/>
          <a:t>事件的风味文本，做出选择之后，不会弹出新弹窗（事件结算），而是会蹦出如此选择的后果，包括剧情上的和实际效果上的。</a:t>
        </a:r>
      </a:p>
    </p188:txBody>
  </p188:cm>
</p188:cmLst>
</file>

<file path=ppt/comments/modernComment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0-0000-0000-0000-000000000000}" authorId="{C13F319A-253E-4ECE-A308-F7AA459951FC}" created="2026-07-11T23:36:20.82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4"/>
      <ac:spMk id="6"/>
    </ac:deMkLst>
    <p188:pos x="6921500" y="4591050"/>
    <p188:txBody>
      <a:bodyPr/>
      <a:lstStyle/>
      <a:p>
        <a:r>
          <a:rPr lang="zh-CN" altLang="en-US"/>
          <a:t>关闭当前窗口或返回上一层。</a:t>
        </a:r>
      </a:p>
    </p188:txBody>
  </p188:cm>
</p188:cmLst>
</file>

<file path=ppt/comments/modernComment1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0-0000-0000-0000-000000000000}" authorId="{C13F319A-253E-4ECE-A308-F7AA459951FC}" created="2026-07-11T23:36:20.88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5"/>
      <ac:spMk id="10"/>
    </ac:deMkLst>
    <p188:pos x="9042400" y="2209800"/>
    <p188:txBody>
      <a:bodyPr/>
      <a:lstStyle/>
      <a:p>
        <a:r>
          <a:rPr lang="zh-CN" altLang="en-US"/>
          <a:t>交互控件：ActionButton。</a:t>
        </a:r>
      </a:p>
    </p188:txBody>
  </p188:cm>
  <p188:cm id="{00000000-0000-0000-0000-000000000000}" authorId="{C13F319A-253E-4ECE-A308-F7AA459951FC}" created="2026-07-11T23:36:20.885">
    <pc:sldMkLst xmlns:pc="http://schemas.microsoft.com/office/powerpoint/2013/main/command">
      <pc:docMk/>
      <pc:sldMk sldId="265"/>
    </pc:sldMkLst>
    <p188:pos x="6959600" y="5181600"/>
    <p188:txBody>
      <a:bodyPr/>
      <a:lstStyle/>
      <a:p>
        <a:r>
          <a:rPr lang="zh-CN" altLang="en-US"/>
          <a:t>关闭当前窗口或返回上一层。</a:t>
        </a:r>
      </a:p>
    </p188:txBody>
  </p188:cm>
</p188:cmLst>
</file>

<file path=ppt/comments/modernComment1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0-0000-0000-0000-000000000000}" authorId="{C13F319A-253E-4ECE-A308-F7AA459951FC}" created="2026-07-11T23:36:20.95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6"/>
      <ac:spMk id="6"/>
    </ac:deMkLst>
    <p188:pos x="6959600" y="4749800"/>
    <p188:txBody>
      <a:bodyPr/>
      <a:lstStyle/>
      <a:p>
        <a:r>
          <a:rPr lang="zh-CN" altLang="en-US"/>
          <a:t>关闭当前窗口或返回上一层。</a:t>
        </a:r>
      </a:p>
    </p188:txBody>
  </p188:cm>
  <p188:cm id="{765C3FDF-6653-4228-9999-A76CE9D8A54D}" authorId="{DC17A386-9886-DF58-1751-CBE1C42C9FFA}" created="2026-07-11T16:22:08.51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6"/>
      <ac:spMk id="6"/>
    </ac:deMkLst>
    <p188:txBody>
      <a:bodyPr/>
      <a:lstStyle/>
      <a:p>
        <a:r>
          <a:rPr lang="zh-CN" altLang="en-US"/>
          <a:t>注意设置滚动放置文本溢出</a:t>
        </a:r>
      </a:p>
    </p188:txBody>
  </p188:cm>
</p188:cmLst>
</file>

<file path=ppt/comments/modernComment1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0-0000-0000-0000-000000000000}" authorId="{C13F319A-253E-4ECE-A308-F7AA459951FC}" created="2026-07-11T23:36:21.02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7"/>
      <ac:spMk id="6"/>
    </ac:deMkLst>
    <p188:pos x="6959600" y="4749800"/>
    <p188:txBody>
      <a:bodyPr/>
      <a:lstStyle/>
      <a:p>
        <a:r>
          <a:rPr lang="zh-CN" altLang="en-US"/>
          <a:t>关闭当前窗口或返回上一层。</a:t>
        </a:r>
      </a:p>
    </p188:txBody>
  </p188:cm>
  <p188:cm id="{6F422A69-1A49-4447-90F5-2A8DF0128DBD}" authorId="{DC17A386-9886-DF58-1751-CBE1C42C9FFA}" created="2026-07-11T16:22:25.47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7"/>
      <ac:spMk id="6"/>
    </ac:deMkLst>
    <p188:txBody>
      <a:bodyPr/>
      <a:lstStyle/>
      <a:p>
        <a:r>
          <a:rPr lang="zh-CN" altLang="en-US"/>
          <a:t>记得设置滚动放置文本溢出</a:t>
        </a:r>
      </a:p>
    </p188:txBody>
  </p188:cm>
</p188:cmLst>
</file>

<file path=ppt/comments/modernComment1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0-0000-0000-0000-000000000000}" authorId="{C13F319A-253E-4ECE-A308-F7AA459951FC}" created="2026-07-11T23:36:21.13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68"/>
      <ac:spMk id="6"/>
    </ac:deMkLst>
    <p188:pos x="6858000" y="5016500"/>
    <p188:txBody>
      <a:bodyPr/>
      <a:lstStyle/>
      <a:p>
        <a:r>
          <a:rPr lang="zh-CN" altLang="en-US"/>
          <a:t>关闭当前窗口或返回上一层。</a:t>
        </a:r>
      </a:p>
    </p188:txBody>
  </p188:cm>
</p188:cmLst>
</file>

<file path=ppt/comments/modernComment1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0-0000-0000-0000-000000000000}" authorId="{C13F319A-253E-4ECE-A308-F7AA459951FC}" created="2026-07-11T23:36:21.5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72"/>
      <ac:spMk id="6"/>
    </ac:deMkLst>
    <p188:pos x="7038340" y="4121404"/>
    <p188:txBody>
      <a:bodyPr/>
      <a:lstStyle/>
      <a:p>
        <a:r>
          <a:rPr lang="zh-CN" altLang="en-US"/>
          <a:t>交互控件：EvacuateButton。</a:t>
        </a:r>
      </a:p>
    </p188:txBody>
  </p188:cm>
</p188:cmLst>
</file>

<file path=ppt/comments/modernComment1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0-0000-0000-0000-000000000000}" authorId="{C13F319A-253E-4ECE-A308-F7AA459951FC}" created="2026-07-11T23:36:21.8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75"/>
      <ac:spMk id="4"/>
    </ac:deMkLst>
    <p188:pos x="10426700" y="6261100"/>
    <p188:txBody>
      <a:bodyPr/>
      <a:lstStyle/>
      <a:p>
        <a:r>
          <a:rPr lang="zh-CN" altLang="en-US"/>
          <a:t>交互控件：CommandInputEdit。</a:t>
        </a:r>
      </a:p>
    </p188:txBody>
  </p188:cm>
</p188:cmLst>
</file>

<file path=ppt/comments/modernComment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2EFD27B-A038-4E41-A7CC-2CDB865C7396}" authorId="{DC17A386-9886-DF58-1751-CBE1C42C9FFA}" created="2026-07-11T16:25:09.07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76"/>
      <ac:spMk id="2"/>
    </ac:deMkLst>
    <p188:txBody>
      <a:bodyPr/>
      <a:lstStyle/>
      <a:p>
        <a:r>
          <a:rPr lang="zh-CN" altLang="en-US"/>
          <a:t>整个页面需要重排</a:t>
        </a:r>
      </a:p>
    </p188:txBody>
  </p188:cm>
</p188:cmLst>
</file>

<file path=ppt/comments/modernComment1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0-0000-0000-0000-000000000000}" authorId="{C13F319A-253E-4ECE-A308-F7AA459951FC}" created="2026-07-11T23:36:22.0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77"/>
      <ac:spMk id="9"/>
    </ac:deMkLst>
    <p188:pos x="6007100" y="4546600"/>
    <p188:txBody>
      <a:bodyPr/>
      <a:lstStyle/>
      <a:p>
        <a:r>
          <a:rPr lang="zh-CN" altLang="en-US"/>
          <a:t>确认当前选择并进入下一步。</a:t>
        </a:r>
      </a:p>
    </p188:txBody>
  </p188:cm>
  <p188:cm id="{00000000-0000-0000-0000-000000000000}" authorId="{C13F319A-253E-4ECE-A308-F7AA459951FC}" created="2026-07-11T23:36:22.0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sldId="277"/>
      <ac:spMk id="11"/>
    </ac:deMkLst>
    <p188:pos x="7962900" y="4546600"/>
    <p188:txBody>
      <a:bodyPr/>
      <a:lstStyle/>
      <a:p>
        <a:r>
          <a:rPr lang="zh-CN" altLang="en-US"/>
          <a:t>交互控件：MenuButton。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1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1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1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1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1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MainMenu/MainMenuGeneratedUI/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234"/>
          </a:solidFill>
          <a:ln w="9525">
            <a:solidFill>
              <a:srgbClr val="315D82"/>
            </a:solidFill>
            <a:prstDash val="solid"/>
          </a:ln>
        </p:spPr>
      </p:sp>
      <p:sp>
        <p:nvSpPr>
          <p:cNvPr id="3" name="/root/MainMenu/MainMenuGeneratedUI/DarkOverlay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20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/root/MainMenu/MainMenuGeneratedUI/HeatWash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214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/root/MainMenu/MainMenuGeneratedUI/TitlePlate"/>
          <p:cNvSpPr>
            <a:spLocks noGrp="1"/>
          </p:cNvSpPr>
          <p:nvPr/>
        </p:nvSpPr>
        <p:spPr>
          <a:xfrm>
            <a:off x="609600" y="749300"/>
            <a:ext cx="4216400" cy="1358900"/>
          </a:xfrm>
          <a:prstGeom prst="roundRect">
            <a:avLst>
              <a:gd name="adj" fmla="val 5607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6" name="/root/MainMenu/MainMenuGeneratedUI/TitlePlate/TitleKicker"/>
          <p:cNvSpPr>
            <a:spLocks noGrp="1"/>
          </p:cNvSpPr>
          <p:nvPr/>
        </p:nvSpPr>
        <p:spPr>
          <a:xfrm>
            <a:off x="800100" y="901700"/>
            <a:ext cx="383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0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10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方舟战备系统</a:t>
            </a:r>
            <a:endParaRPr sz="1100" b="0">
              <a:solidFill>
                <a:srgbClr val="FFB84D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/root/MainMenu/MainMenuGeneratedUI/TitleLabel"/>
          <p:cNvSpPr>
            <a:spLocks noGrp="1"/>
          </p:cNvSpPr>
          <p:nvPr/>
        </p:nvSpPr>
        <p:spPr>
          <a:xfrm>
            <a:off x="800100" y="1079500"/>
            <a:ext cx="3835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3100" b="1">
                <a:solidFill>
                  <a:srgbClr val="FFFAE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3100" b="1">
                <a:solidFill>
                  <a:srgbClr val="FFFAE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星际战机</a:t>
            </a:r>
            <a:endParaRPr sz="3100" b="1">
              <a:solidFill>
                <a:srgbClr val="FFFAE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" name="/root/MainMenu/MainMenuGeneratedUI/SubtitleLabel"/>
          <p:cNvSpPr>
            <a:spLocks noGrp="1"/>
          </p:cNvSpPr>
          <p:nvPr/>
        </p:nvSpPr>
        <p:spPr>
          <a:xfrm>
            <a:off x="800100" y="1651000"/>
            <a:ext cx="3835400" cy="29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D1E5F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0">
                <a:solidFill>
                  <a:srgbClr val="D1E5F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炉心警报已接入，选择一条出航协议。</a:t>
            </a:r>
            <a:endParaRPr sz="900" b="0">
              <a:solidFill>
                <a:srgbClr val="D1E5F2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/root/MainMenu/MainMenuGeneratedUI/MenuButtons/StartFrame"/>
          <p:cNvSpPr>
            <a:spLocks noGrp="1"/>
          </p:cNvSpPr>
          <p:nvPr/>
        </p:nvSpPr>
        <p:spPr>
          <a:xfrm>
            <a:off x="9258300" y="2895600"/>
            <a:ext cx="2286000" cy="482600"/>
          </a:xfrm>
          <a:prstGeom prst="roundRect">
            <a:avLst>
              <a:gd name="adj" fmla="val 15789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10" name="/root/MainMenu/MainMenuGeneratedUI/MenuButtons/StartFrame/StartButton"/>
          <p:cNvSpPr>
            <a:spLocks noGrp="1"/>
          </p:cNvSpPr>
          <p:nvPr/>
        </p:nvSpPr>
        <p:spPr>
          <a:xfrm>
            <a:off x="9258300" y="2895600"/>
            <a:ext cx="2286000" cy="482600"/>
          </a:xfrm>
          <a:prstGeom prst="roundRect">
            <a:avLst>
              <a:gd name="adj" fmla="val 15789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1" name="/root/MainMenu/MainMenuGeneratedUI/MenuButtons/StartFrame/StartTitle"/>
          <p:cNvSpPr>
            <a:spLocks noGrp="1"/>
          </p:cNvSpPr>
          <p:nvPr/>
        </p:nvSpPr>
        <p:spPr>
          <a:xfrm>
            <a:off x="9410700" y="3009900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550" b="1">
                <a:solidFill>
                  <a:srgbClr val="FFF5E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50" b="1">
                <a:solidFill>
                  <a:srgbClr val="FFF5E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开始游戏</a:t>
            </a:r>
            <a:endParaRPr sz="1550" b="1">
              <a:solidFill>
                <a:srgbClr val="FFF5E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2" name="/root/MainMenu/MainMenuGeneratedUI/MenuButtons/StartFrame/StartIndex"/>
          <p:cNvSpPr>
            <a:spLocks noGrp="1"/>
          </p:cNvSpPr>
          <p:nvPr/>
        </p:nvSpPr>
        <p:spPr>
          <a:xfrm>
            <a:off x="11201400" y="3035300"/>
            <a:ext cx="254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00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00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01</a:t>
            </a:r>
            <a:endParaRPr sz="1000" b="0">
              <a:solidFill>
                <a:srgbClr val="FFB84D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" name="/root/MainMenu/MainMenuGeneratedUI/MenuButtons/ExploreFrame"/>
          <p:cNvSpPr>
            <a:spLocks noGrp="1"/>
          </p:cNvSpPr>
          <p:nvPr/>
        </p:nvSpPr>
        <p:spPr>
          <a:xfrm>
            <a:off x="9258300" y="3479800"/>
            <a:ext cx="2286000" cy="482600"/>
          </a:xfrm>
          <a:prstGeom prst="roundRect">
            <a:avLst>
              <a:gd name="adj" fmla="val 15789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14" name="/root/MainMenu/MainMenuGeneratedUI/MenuButtons/ExploreFrame/ExploreButton"/>
          <p:cNvSpPr>
            <a:spLocks noGrp="1"/>
          </p:cNvSpPr>
          <p:nvPr/>
        </p:nvSpPr>
        <p:spPr>
          <a:xfrm>
            <a:off x="9258300" y="3479800"/>
            <a:ext cx="2286000" cy="482600"/>
          </a:xfrm>
          <a:prstGeom prst="roundRect">
            <a:avLst>
              <a:gd name="adj" fmla="val 15789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5" name="/root/MainMenu/MainMenuGeneratedUI/MenuButtons/ExploreFrame/ExploreTitle"/>
          <p:cNvSpPr>
            <a:spLocks noGrp="1"/>
          </p:cNvSpPr>
          <p:nvPr/>
        </p:nvSpPr>
        <p:spPr>
          <a:xfrm>
            <a:off x="9410700" y="3594100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550" b="1">
                <a:solidFill>
                  <a:srgbClr val="FFF5E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50" b="1">
                <a:solidFill>
                  <a:srgbClr val="FFF5E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继续航程</a:t>
            </a:r>
            <a:endParaRPr sz="1550" b="1">
              <a:solidFill>
                <a:srgbClr val="FFF5E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6" name="/root/MainMenu/MainMenuGeneratedUI/MenuButtons/ExploreFrame/ExploreIndex"/>
          <p:cNvSpPr>
            <a:spLocks noGrp="1"/>
          </p:cNvSpPr>
          <p:nvPr/>
        </p:nvSpPr>
        <p:spPr>
          <a:xfrm>
            <a:off x="11201400" y="3619500"/>
            <a:ext cx="254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00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00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02</a:t>
            </a:r>
            <a:endParaRPr sz="1000" b="0">
              <a:solidFill>
                <a:srgbClr val="FFB84D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7" name="/root/MainMenu/MainMenuGeneratedUI/MenuButtons/BossFrame"/>
          <p:cNvSpPr>
            <a:spLocks noGrp="1"/>
          </p:cNvSpPr>
          <p:nvPr/>
        </p:nvSpPr>
        <p:spPr>
          <a:xfrm>
            <a:off x="9258300" y="4064000"/>
            <a:ext cx="2286000" cy="482600"/>
          </a:xfrm>
          <a:prstGeom prst="roundRect">
            <a:avLst>
              <a:gd name="adj" fmla="val 15789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18" name="/root/MainMenu/MainMenuGeneratedUI/MenuButtons/BossFrame/BossButton"/>
          <p:cNvSpPr>
            <a:spLocks noGrp="1"/>
          </p:cNvSpPr>
          <p:nvPr/>
        </p:nvSpPr>
        <p:spPr>
          <a:xfrm>
            <a:off x="9258300" y="4064000"/>
            <a:ext cx="2286000" cy="482600"/>
          </a:xfrm>
          <a:prstGeom prst="roundRect">
            <a:avLst>
              <a:gd name="adj" fmla="val 15789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9" name="/root/MainMenu/MainMenuGeneratedUI/MenuButtons/BossFrame/BossTitle"/>
          <p:cNvSpPr>
            <a:spLocks noGrp="1"/>
          </p:cNvSpPr>
          <p:nvPr/>
        </p:nvSpPr>
        <p:spPr>
          <a:xfrm>
            <a:off x="9410700" y="4178300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550" b="1">
                <a:solidFill>
                  <a:srgbClr val="FFF5E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50" b="1">
                <a:solidFill>
                  <a:srgbClr val="FFF5E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执行体挑战</a:t>
            </a:r>
            <a:endParaRPr sz="1550" b="1">
              <a:solidFill>
                <a:srgbClr val="FFF5E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0" name="/root/MainMenu/MainMenuGeneratedUI/MenuButtons/BossFrame/BossIndex"/>
          <p:cNvSpPr>
            <a:spLocks noGrp="1"/>
          </p:cNvSpPr>
          <p:nvPr/>
        </p:nvSpPr>
        <p:spPr>
          <a:xfrm>
            <a:off x="11201400" y="4203700"/>
            <a:ext cx="254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00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00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03</a:t>
            </a:r>
            <a:endParaRPr sz="1000" b="0">
              <a:solidFill>
                <a:srgbClr val="FFB84D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1" name="/root/MainMenu/MainMenuGeneratedUI/MenuButtons/SettingsFrame"/>
          <p:cNvSpPr>
            <a:spLocks noGrp="1"/>
          </p:cNvSpPr>
          <p:nvPr/>
        </p:nvSpPr>
        <p:spPr>
          <a:xfrm>
            <a:off x="9258300" y="4648200"/>
            <a:ext cx="2286000" cy="482600"/>
          </a:xfrm>
          <a:prstGeom prst="roundRect">
            <a:avLst>
              <a:gd name="adj" fmla="val 15789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22" name="/root/MainMenu/MainMenuGeneratedUI/MenuButtons/SettingsFrame/SettingsButton"/>
          <p:cNvSpPr>
            <a:spLocks noGrp="1"/>
          </p:cNvSpPr>
          <p:nvPr/>
        </p:nvSpPr>
        <p:spPr>
          <a:xfrm>
            <a:off x="9258300" y="4648200"/>
            <a:ext cx="2286000" cy="482600"/>
          </a:xfrm>
          <a:prstGeom prst="roundRect">
            <a:avLst>
              <a:gd name="adj" fmla="val 15789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23" name="/root/MainMenu/MainMenuGeneratedUI/MenuButtons/SettingsFrame/SettingsMenuTitle"/>
          <p:cNvSpPr>
            <a:spLocks noGrp="1"/>
          </p:cNvSpPr>
          <p:nvPr/>
        </p:nvSpPr>
        <p:spPr>
          <a:xfrm>
            <a:off x="9410700" y="4762500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550" b="1">
                <a:solidFill>
                  <a:srgbClr val="FFF5E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50" b="1">
                <a:solidFill>
                  <a:srgbClr val="FFF5E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设置</a:t>
            </a:r>
            <a:endParaRPr sz="1550" b="1">
              <a:solidFill>
                <a:srgbClr val="FFF5E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4" name="/root/MainMenu/MainMenuGeneratedUI/MenuButtons/SettingsFrame/SettingsIndex"/>
          <p:cNvSpPr>
            <a:spLocks noGrp="1"/>
          </p:cNvSpPr>
          <p:nvPr/>
        </p:nvSpPr>
        <p:spPr>
          <a:xfrm>
            <a:off x="11201400" y="4787900"/>
            <a:ext cx="254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00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00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04</a:t>
            </a:r>
            <a:endParaRPr sz="1000" b="0">
              <a:solidFill>
                <a:srgbClr val="FFB84D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5" name="/root/MainMenu/MainMenuGeneratedUI/MenuButtons/QuitFrame"/>
          <p:cNvSpPr>
            <a:spLocks noGrp="1"/>
          </p:cNvSpPr>
          <p:nvPr/>
        </p:nvSpPr>
        <p:spPr>
          <a:xfrm>
            <a:off x="9258300" y="5232400"/>
            <a:ext cx="2286000" cy="482600"/>
          </a:xfrm>
          <a:prstGeom prst="roundRect">
            <a:avLst>
              <a:gd name="adj" fmla="val 15789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26" name="/root/MainMenu/MainMenuGeneratedUI/MenuButtons/QuitFrame/QuitButton"/>
          <p:cNvSpPr>
            <a:spLocks noGrp="1"/>
          </p:cNvSpPr>
          <p:nvPr/>
        </p:nvSpPr>
        <p:spPr>
          <a:xfrm>
            <a:off x="9258300" y="5232400"/>
            <a:ext cx="2286000" cy="482600"/>
          </a:xfrm>
          <a:prstGeom prst="roundRect">
            <a:avLst>
              <a:gd name="adj" fmla="val 15789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27" name="/root/MainMenu/MainMenuGeneratedUI/MenuButtons/QuitFrame/QuitTitle"/>
          <p:cNvSpPr>
            <a:spLocks noGrp="1"/>
          </p:cNvSpPr>
          <p:nvPr/>
        </p:nvSpPr>
        <p:spPr>
          <a:xfrm>
            <a:off x="9410700" y="5346700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550" b="1">
                <a:solidFill>
                  <a:srgbClr val="FFF5E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50" b="1">
                <a:solidFill>
                  <a:srgbClr val="FFF5E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退出游戏</a:t>
            </a:r>
            <a:endParaRPr sz="1550" b="1">
              <a:solidFill>
                <a:srgbClr val="FFF5E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8" name="/root/MainMenu/MainMenuGeneratedUI/MenuButtons/QuitFrame/QuitIndex"/>
          <p:cNvSpPr>
            <a:spLocks noGrp="1"/>
          </p:cNvSpPr>
          <p:nvPr/>
        </p:nvSpPr>
        <p:spPr>
          <a:xfrm>
            <a:off x="11201400" y="5372100"/>
            <a:ext cx="254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00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00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05</a:t>
            </a:r>
            <a:endParaRPr sz="1000" b="0">
              <a:solidFill>
                <a:srgbClr val="FFB84D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SettingsPopup/Shad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10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/root/SettingsPopup/Panel"/>
          <p:cNvSpPr>
            <a:spLocks noGrp="1"/>
          </p:cNvSpPr>
          <p:nvPr/>
        </p:nvSpPr>
        <p:spPr>
          <a:xfrm>
            <a:off x="3683000" y="2095500"/>
            <a:ext cx="4826000" cy="2667000"/>
          </a:xfrm>
          <a:prstGeom prst="roundRect">
            <a:avLst>
              <a:gd name="adj" fmla="val 2857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4" name="/root/SettingsPopup/Panel/KickerLabel"/>
          <p:cNvSpPr>
            <a:spLocks noGrp="1"/>
          </p:cNvSpPr>
          <p:nvPr/>
        </p:nvSpPr>
        <p:spPr>
          <a:xfrm>
            <a:off x="3949700" y="2311400"/>
            <a:ext cx="4292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ctr">
              <a:defRPr sz="100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00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系统设定终端</a:t>
            </a:r>
            <a:endParaRPr sz="1000" b="0">
              <a:solidFill>
                <a:srgbClr val="FFB84D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/root/SettingsPopup/Panel/TitleLabel"/>
          <p:cNvSpPr>
            <a:spLocks noGrp="1"/>
          </p:cNvSpPr>
          <p:nvPr/>
        </p:nvSpPr>
        <p:spPr>
          <a:xfrm>
            <a:off x="3949700" y="2590800"/>
            <a:ext cx="4292600" cy="355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9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9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设置</a:t>
            </a:r>
            <a:endParaRPr sz="19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/root/SettingsPopup/Panel/Divider"/>
          <p:cNvSpPr>
            <a:spLocks noGrp="1"/>
          </p:cNvSpPr>
          <p:nvPr/>
        </p:nvSpPr>
        <p:spPr>
          <a:xfrm>
            <a:off x="4038600" y="3035300"/>
            <a:ext cx="4114800" cy="12700"/>
          </a:xfrm>
          <a:prstGeom prst="rect">
            <a:avLst/>
          </a:prstGeom>
          <a:solidFill>
            <a:srgbClr val="52E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/root/SettingsPopup/Panel/SettingsMessage"/>
          <p:cNvSpPr>
            <a:spLocks noGrp="1"/>
          </p:cNvSpPr>
          <p:nvPr/>
        </p:nvSpPr>
        <p:spPr>
          <a:xfrm>
            <a:off x="4140200" y="3263900"/>
            <a:ext cx="3911600" cy="52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C7E0F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0">
                <a:solidFill>
                  <a:srgbClr val="C7E0F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当前终端保持静默巡航参数。音量、画面与辅助选项将在方舟核心统一记录。</a:t>
            </a:r>
            <a:endParaRPr sz="1200" b="0">
              <a:solidFill>
                <a:srgbClr val="C7E0F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" name="/root/SettingsPopup/Panel/CloseButton"/>
          <p:cNvSpPr>
            <a:spLocks noGrp="1"/>
          </p:cNvSpPr>
          <p:nvPr/>
        </p:nvSpPr>
        <p:spPr>
          <a:xfrm>
            <a:off x="5270500" y="4178300"/>
            <a:ext cx="1651000" cy="355600"/>
          </a:xfrm>
          <a:prstGeom prst="roundRect">
            <a:avLst>
              <a:gd name="adj" fmla="val 21429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9" name="/root/SettingsPopup/Panel/CloseButton-text"/>
          <p:cNvSpPr>
            <a:spLocks noGrp="1"/>
          </p:cNvSpPr>
          <p:nvPr/>
        </p:nvSpPr>
        <p:spPr>
          <a:xfrm>
            <a:off x="5270500" y="4178300"/>
            <a:ext cx="1651000" cy="355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关闭</a:t>
            </a:r>
            <a:endParaRPr sz="12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BossSelectScene/BossSelect/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40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/root/BossSelectScene/BossSelect/HeatWash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70A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/root/BossSelectScene/BossSelect/HeaderPanel"/>
          <p:cNvSpPr>
            <a:spLocks noGrp="1"/>
          </p:cNvSpPr>
          <p:nvPr/>
        </p:nvSpPr>
        <p:spPr>
          <a:xfrm>
            <a:off x="457200" y="266700"/>
            <a:ext cx="6083300" cy="685800"/>
          </a:xfrm>
          <a:prstGeom prst="roundRect">
            <a:avLst>
              <a:gd name="adj" fmla="val 11111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5" name="/root/BossSelectScene/BossSelect/HeaderPanel/TitleLabel"/>
          <p:cNvSpPr>
            <a:spLocks noGrp="1"/>
          </p:cNvSpPr>
          <p:nvPr/>
        </p:nvSpPr>
        <p:spPr>
          <a:xfrm>
            <a:off x="647700" y="368300"/>
            <a:ext cx="3111500" cy="355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900" b="1">
                <a:solidFill>
                  <a:srgbClr val="FFFAE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900" b="1">
                <a:solidFill>
                  <a:srgbClr val="FFFAE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执行体挑战</a:t>
            </a:r>
            <a:endParaRPr sz="1900" b="1">
              <a:solidFill>
                <a:srgbClr val="FFFAE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/root/BossSelectScene/BossSelect/HeaderPanel/SubtitleLabel"/>
          <p:cNvSpPr>
            <a:spLocks noGrp="1"/>
          </p:cNvSpPr>
          <p:nvPr/>
        </p:nvSpPr>
        <p:spPr>
          <a:xfrm>
            <a:off x="660400" y="698500"/>
            <a:ext cx="5511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000" b="0">
                <a:solidFill>
                  <a:srgbClr val="BFDBE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000" b="0">
                <a:solidFill>
                  <a:srgbClr val="BFDBE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选择高危目标，方舟将开启独立挑战航道。</a:t>
            </a:r>
            <a:endParaRPr sz="1000" b="0">
              <a:solidFill>
                <a:srgbClr val="BFDBE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/root/BossSelectScene/BossSelect/Boss1Button"/>
          <p:cNvSpPr>
            <a:spLocks noGrp="1"/>
          </p:cNvSpPr>
          <p:nvPr/>
        </p:nvSpPr>
        <p:spPr>
          <a:xfrm>
            <a:off x="457200" y="12065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8" name="/root/BossSelectScene/BossSelect/Boss1Button-text"/>
          <p:cNvSpPr>
            <a:spLocks noGrp="1"/>
          </p:cNvSpPr>
          <p:nvPr/>
        </p:nvSpPr>
        <p:spPr>
          <a:xfrm>
            <a:off x="457200" y="12065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星间巨构</a:t>
            </a:r>
            <a:endParaRPr sz="12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/root/BossSelectScene/BossSelect/Boss2Button"/>
          <p:cNvSpPr>
            <a:spLocks noGrp="1"/>
          </p:cNvSpPr>
          <p:nvPr/>
        </p:nvSpPr>
        <p:spPr>
          <a:xfrm>
            <a:off x="3657600" y="12065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0" name="/root/BossSelectScene/BossSelect/Boss2Button-text"/>
          <p:cNvSpPr>
            <a:spLocks noGrp="1"/>
          </p:cNvSpPr>
          <p:nvPr/>
        </p:nvSpPr>
        <p:spPr>
          <a:xfrm>
            <a:off x="3657600" y="12065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星海前锋</a:t>
            </a:r>
            <a:endParaRPr sz="12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1" name="/root/BossSelectScene/BossSelect/Boss3Button"/>
          <p:cNvSpPr>
            <a:spLocks noGrp="1"/>
          </p:cNvSpPr>
          <p:nvPr/>
        </p:nvSpPr>
        <p:spPr>
          <a:xfrm>
            <a:off x="6858000" y="12065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2" name="/root/BossSelectScene/BossSelect/Boss3Button-text"/>
          <p:cNvSpPr>
            <a:spLocks noGrp="1"/>
          </p:cNvSpPr>
          <p:nvPr/>
        </p:nvSpPr>
        <p:spPr>
          <a:xfrm>
            <a:off x="6858000" y="12065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星尘重兵</a:t>
            </a:r>
            <a:endParaRPr sz="12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" name="/root/BossSelectScene/BossSelect/Boss4Button"/>
          <p:cNvSpPr>
            <a:spLocks noGrp="1"/>
          </p:cNvSpPr>
          <p:nvPr/>
        </p:nvSpPr>
        <p:spPr>
          <a:xfrm>
            <a:off x="457200" y="19431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4" name="/root/BossSelectScene/BossSelect/Boss4Button-text"/>
          <p:cNvSpPr>
            <a:spLocks noGrp="1"/>
          </p:cNvSpPr>
          <p:nvPr/>
        </p:nvSpPr>
        <p:spPr>
          <a:xfrm>
            <a:off x="457200" y="19431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星云巨构</a:t>
            </a:r>
            <a:endParaRPr sz="12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5" name="/root/BossSelectScene/BossSelect/Boss5Button"/>
          <p:cNvSpPr>
            <a:spLocks noGrp="1"/>
          </p:cNvSpPr>
          <p:nvPr/>
        </p:nvSpPr>
        <p:spPr>
          <a:xfrm>
            <a:off x="3657600" y="19431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6" name="/root/BossSelectScene/BossSelect/Boss5Button-text"/>
          <p:cNvSpPr>
            <a:spLocks noGrp="1"/>
          </p:cNvSpPr>
          <p:nvPr/>
        </p:nvSpPr>
        <p:spPr>
          <a:xfrm>
            <a:off x="3657600" y="19431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天堂号</a:t>
            </a:r>
            <a:endParaRPr sz="12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7" name="/root/BossSelectScene/BossSelect/Boss6Button"/>
          <p:cNvSpPr>
            <a:spLocks noGrp="1"/>
          </p:cNvSpPr>
          <p:nvPr/>
        </p:nvSpPr>
        <p:spPr>
          <a:xfrm>
            <a:off x="6858000" y="19431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8" name="/root/BossSelectScene/BossSelect/Boss6Button-text"/>
          <p:cNvSpPr>
            <a:spLocks noGrp="1"/>
          </p:cNvSpPr>
          <p:nvPr/>
        </p:nvSpPr>
        <p:spPr>
          <a:xfrm>
            <a:off x="6858000" y="19431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桃源乡</a:t>
            </a:r>
            <a:endParaRPr sz="12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9" name="/root/BossSelectScene/BossSelect/Boss7Button"/>
          <p:cNvSpPr>
            <a:spLocks noGrp="1"/>
          </p:cNvSpPr>
          <p:nvPr/>
        </p:nvSpPr>
        <p:spPr>
          <a:xfrm>
            <a:off x="457200" y="26797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20" name="/root/BossSelectScene/BossSelect/Boss7Button-text"/>
          <p:cNvSpPr>
            <a:spLocks noGrp="1"/>
          </p:cNvSpPr>
          <p:nvPr/>
        </p:nvSpPr>
        <p:spPr>
          <a:xfrm>
            <a:off x="457200" y="26797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乌托邦</a:t>
            </a:r>
            <a:endParaRPr sz="12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1" name="/root/BossSelectScene/BossSelect/Boss8Button"/>
          <p:cNvSpPr>
            <a:spLocks noGrp="1"/>
          </p:cNvSpPr>
          <p:nvPr/>
        </p:nvSpPr>
        <p:spPr>
          <a:xfrm>
            <a:off x="3657600" y="26797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22" name="/root/BossSelectScene/BossSelect/Boss8Button-text"/>
          <p:cNvSpPr>
            <a:spLocks noGrp="1"/>
          </p:cNvSpPr>
          <p:nvPr/>
        </p:nvSpPr>
        <p:spPr>
          <a:xfrm>
            <a:off x="3657600" y="26797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伊甸园</a:t>
            </a:r>
            <a:endParaRPr sz="12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3" name="/root/BossSelectScene/BossSelect/Boss9Button"/>
          <p:cNvSpPr>
            <a:spLocks noGrp="1"/>
          </p:cNvSpPr>
          <p:nvPr/>
        </p:nvSpPr>
        <p:spPr>
          <a:xfrm>
            <a:off x="6858000" y="26797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24" name="/root/BossSelectScene/BossSelect/Boss9Button-text"/>
          <p:cNvSpPr>
            <a:spLocks noGrp="1"/>
          </p:cNvSpPr>
          <p:nvPr/>
        </p:nvSpPr>
        <p:spPr>
          <a:xfrm>
            <a:off x="6858000" y="26797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扭曲星核</a:t>
            </a:r>
            <a:endParaRPr sz="12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5" name="/root/BossSelectScene/BossSelect/Boss10Button"/>
          <p:cNvSpPr>
            <a:spLocks noGrp="1"/>
          </p:cNvSpPr>
          <p:nvPr/>
        </p:nvSpPr>
        <p:spPr>
          <a:xfrm>
            <a:off x="457200" y="34163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26" name="/root/BossSelectScene/BossSelect/Boss10Button-text"/>
          <p:cNvSpPr>
            <a:spLocks noGrp="1"/>
          </p:cNvSpPr>
          <p:nvPr/>
        </p:nvSpPr>
        <p:spPr>
          <a:xfrm>
            <a:off x="457200" y="34163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异变源石</a:t>
            </a:r>
            <a:endParaRPr sz="12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7" name="/root/BossSelectScene/BossSelect/Boss11Button"/>
          <p:cNvSpPr>
            <a:spLocks noGrp="1"/>
          </p:cNvSpPr>
          <p:nvPr/>
        </p:nvSpPr>
        <p:spPr>
          <a:xfrm>
            <a:off x="3657600" y="34163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28" name="/root/BossSelectScene/BossSelect/Boss11Button-text"/>
          <p:cNvSpPr>
            <a:spLocks noGrp="1"/>
          </p:cNvSpPr>
          <p:nvPr/>
        </p:nvSpPr>
        <p:spPr>
          <a:xfrm>
            <a:off x="3657600" y="34163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诡异菌孢</a:t>
            </a:r>
            <a:endParaRPr sz="12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9" name="/root/BossSelectScene/BossSelect/Boss12Button"/>
          <p:cNvSpPr>
            <a:spLocks noGrp="1"/>
          </p:cNvSpPr>
          <p:nvPr/>
        </p:nvSpPr>
        <p:spPr>
          <a:xfrm>
            <a:off x="6858000" y="34163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30" name="/root/BossSelectScene/BossSelect/Boss12Button-text"/>
          <p:cNvSpPr>
            <a:spLocks noGrp="1"/>
          </p:cNvSpPr>
          <p:nvPr/>
        </p:nvSpPr>
        <p:spPr>
          <a:xfrm>
            <a:off x="6858000" y="34163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反物质核</a:t>
            </a:r>
            <a:endParaRPr sz="12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1" name="/root/BossSelectScene/BossSelect/Boss13Button"/>
          <p:cNvSpPr>
            <a:spLocks noGrp="1"/>
          </p:cNvSpPr>
          <p:nvPr/>
        </p:nvSpPr>
        <p:spPr>
          <a:xfrm>
            <a:off x="457200" y="41529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32" name="/root/BossSelectScene/BossSelect/Boss13Button-text"/>
          <p:cNvSpPr>
            <a:spLocks noGrp="1"/>
          </p:cNvSpPr>
          <p:nvPr/>
        </p:nvSpPr>
        <p:spPr>
          <a:xfrm>
            <a:off x="457200" y="41529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EDE0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EDE0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地狱之眼</a:t>
            </a:r>
            <a:endParaRPr sz="1200" b="1">
              <a:solidFill>
                <a:srgbClr val="EDE0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3" name="/root/BossSelectScene/BossSelect/Boss14Button"/>
          <p:cNvSpPr>
            <a:spLocks noGrp="1"/>
          </p:cNvSpPr>
          <p:nvPr/>
        </p:nvSpPr>
        <p:spPr>
          <a:xfrm>
            <a:off x="3657600" y="41529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34" name="/root/BossSelectScene/BossSelect/Boss14Button-text"/>
          <p:cNvSpPr>
            <a:spLocks noGrp="1"/>
          </p:cNvSpPr>
          <p:nvPr/>
        </p:nvSpPr>
        <p:spPr>
          <a:xfrm>
            <a:off x="3657600" y="41529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EDE0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EDE0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前哨哨兵</a:t>
            </a:r>
            <a:endParaRPr sz="1200" b="1">
              <a:solidFill>
                <a:srgbClr val="EDE0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5" name="/root/BossSelectScene/BossSelect/Boss15Button"/>
          <p:cNvSpPr>
            <a:spLocks noGrp="1"/>
          </p:cNvSpPr>
          <p:nvPr/>
        </p:nvSpPr>
        <p:spPr>
          <a:xfrm>
            <a:off x="6858000" y="41529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36" name="/root/BossSelectScene/BossSelect/Boss15Button-text"/>
          <p:cNvSpPr>
            <a:spLocks noGrp="1"/>
          </p:cNvSpPr>
          <p:nvPr/>
        </p:nvSpPr>
        <p:spPr>
          <a:xfrm>
            <a:off x="6858000" y="41529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EDE0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EDE0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防火墙</a:t>
            </a:r>
            <a:endParaRPr sz="1200" b="1">
              <a:solidFill>
                <a:srgbClr val="EDE0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7" name="/root/BossSelectScene/BossSelect/Boss16Button"/>
          <p:cNvSpPr>
            <a:spLocks noGrp="1"/>
          </p:cNvSpPr>
          <p:nvPr/>
        </p:nvSpPr>
        <p:spPr>
          <a:xfrm>
            <a:off x="457200" y="48895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38" name="/root/BossSelectScene/BossSelect/Boss16Button-text"/>
          <p:cNvSpPr>
            <a:spLocks noGrp="1"/>
          </p:cNvSpPr>
          <p:nvPr/>
        </p:nvSpPr>
        <p:spPr>
          <a:xfrm>
            <a:off x="457200" y="48895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EDE0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EDE0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典狱长</a:t>
            </a:r>
            <a:endParaRPr sz="1200" b="1">
              <a:solidFill>
                <a:srgbClr val="EDE0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9" name="/root/BossSelectScene/BossSelect/Boss17Button"/>
          <p:cNvSpPr>
            <a:spLocks noGrp="1"/>
          </p:cNvSpPr>
          <p:nvPr/>
        </p:nvSpPr>
        <p:spPr>
          <a:xfrm>
            <a:off x="3657600" y="48895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40" name="/root/BossSelectScene/BossSelect/Boss17Button-text"/>
          <p:cNvSpPr>
            <a:spLocks noGrp="1"/>
          </p:cNvSpPr>
          <p:nvPr/>
        </p:nvSpPr>
        <p:spPr>
          <a:xfrm>
            <a:off x="3657600" y="48895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E5FFE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E5FFE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神明使者</a:t>
            </a:r>
            <a:endParaRPr sz="1200" b="1">
              <a:solidFill>
                <a:srgbClr val="E5FFE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1" name="/root/BossSelectScene/BossSelect/Boss18Button"/>
          <p:cNvSpPr>
            <a:spLocks noGrp="1"/>
          </p:cNvSpPr>
          <p:nvPr/>
        </p:nvSpPr>
        <p:spPr>
          <a:xfrm>
            <a:off x="6858000" y="48895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42" name="/root/BossSelectScene/BossSelect/Boss18Button-text"/>
          <p:cNvSpPr>
            <a:spLocks noGrp="1"/>
          </p:cNvSpPr>
          <p:nvPr/>
        </p:nvSpPr>
        <p:spPr>
          <a:xfrm>
            <a:off x="6858000" y="48895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E5FFE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E5FFE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仿造天使</a:t>
            </a:r>
            <a:endParaRPr sz="1200" b="1">
              <a:solidFill>
                <a:srgbClr val="E5FFE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3" name="/root/BossSelectScene/BossSelect/Boss19Button"/>
          <p:cNvSpPr>
            <a:spLocks noGrp="1"/>
          </p:cNvSpPr>
          <p:nvPr/>
        </p:nvSpPr>
        <p:spPr>
          <a:xfrm>
            <a:off x="457200" y="56261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44" name="/root/BossSelectScene/BossSelect/Boss19Button-text"/>
          <p:cNvSpPr>
            <a:spLocks noGrp="1"/>
          </p:cNvSpPr>
          <p:nvPr/>
        </p:nvSpPr>
        <p:spPr>
          <a:xfrm>
            <a:off x="457200" y="56261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E5FFE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E5FFE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圣血断剑</a:t>
            </a:r>
            <a:endParaRPr sz="1200" b="1">
              <a:solidFill>
                <a:srgbClr val="E5FFE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5" name="/root/BossSelectScene/BossSelect/Boss20Button"/>
          <p:cNvSpPr>
            <a:spLocks noGrp="1"/>
          </p:cNvSpPr>
          <p:nvPr/>
        </p:nvSpPr>
        <p:spPr>
          <a:xfrm>
            <a:off x="3657600" y="5626100"/>
            <a:ext cx="3048000" cy="584200"/>
          </a:xfrm>
          <a:prstGeom prst="roundRect">
            <a:avLst>
              <a:gd name="adj" fmla="val 13043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46" name="/root/BossSelectScene/BossSelect/Boss20Button-text"/>
          <p:cNvSpPr>
            <a:spLocks noGrp="1"/>
          </p:cNvSpPr>
          <p:nvPr/>
        </p:nvSpPr>
        <p:spPr>
          <a:xfrm>
            <a:off x="3657600" y="5626100"/>
            <a:ext cx="3048000" cy="584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E5FFE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E5FFE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水晶圣母</a:t>
            </a:r>
            <a:endParaRPr sz="1200" b="1">
              <a:solidFill>
                <a:srgbClr val="E5FFE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7" name="/root/BossSelectScene/BossSelect/BackButton"/>
          <p:cNvSpPr>
            <a:spLocks noGrp="1"/>
          </p:cNvSpPr>
          <p:nvPr/>
        </p:nvSpPr>
        <p:spPr>
          <a:xfrm>
            <a:off x="10058400" y="5803900"/>
            <a:ext cx="1651000" cy="355600"/>
          </a:xfrm>
          <a:prstGeom prst="roundRect">
            <a:avLst>
              <a:gd name="adj" fmla="val 21429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48" name="/root/BossSelectScene/BossSelect/BackButton-text"/>
          <p:cNvSpPr>
            <a:spLocks noGrp="1"/>
          </p:cNvSpPr>
          <p:nvPr/>
        </p:nvSpPr>
        <p:spPr>
          <a:xfrm>
            <a:off x="10058400" y="5803900"/>
            <a:ext cx="1651000" cy="355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返回主菜单</a:t>
            </a:r>
            <a:endParaRPr sz="12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WorldMapScene/WorldMap/TopBar"/>
          <p:cNvSpPr>
            <a:spLocks noGrp="1"/>
          </p:cNvSpPr>
          <p:nvPr/>
        </p:nvSpPr>
        <p:spPr>
          <a:xfrm>
            <a:off x="279400" y="190500"/>
            <a:ext cx="8559800" cy="780415"/>
          </a:xfrm>
          <a:prstGeom prst="roundRect">
            <a:avLst>
              <a:gd name="adj" fmla="val 11765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3" name="/root/WorldMapScene/WorldMap/TopBar/TitleLabel"/>
          <p:cNvSpPr>
            <a:spLocks noGrp="1"/>
          </p:cNvSpPr>
          <p:nvPr/>
        </p:nvSpPr>
        <p:spPr>
          <a:xfrm>
            <a:off x="469900" y="279400"/>
            <a:ext cx="349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6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方舟核心航图</a:t>
            </a:r>
            <a:endParaRPr sz="16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" name="/root/WorldMapScene/WorldMap/TopBar/StatsLabel"/>
          <p:cNvSpPr>
            <a:spLocks noGrp="1"/>
          </p:cNvSpPr>
          <p:nvPr/>
        </p:nvSpPr>
        <p:spPr>
          <a:xfrm>
            <a:off x="469900" y="584200"/>
            <a:ext cx="7988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00" b="0">
                <a:solidFill>
                  <a:srgbClr val="BFE5F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100" b="0">
                <a:solidFill>
                  <a:srgbClr val="BFE5F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危机 0  算力 0/5  星髓矿 0  已探索 0  航路指令 3  航域态势 2</a:t>
            </a:r>
            <a:endParaRPr sz="1100" b="0">
              <a:solidFill>
                <a:srgbClr val="BFE5F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/root/WorldMapScene/WorldMap/DetailsPanel"/>
          <p:cNvSpPr>
            <a:spLocks noGrp="1"/>
          </p:cNvSpPr>
          <p:nvPr/>
        </p:nvSpPr>
        <p:spPr>
          <a:xfrm>
            <a:off x="9048115" y="624205"/>
            <a:ext cx="2870200" cy="6045200"/>
          </a:xfrm>
          <a:prstGeom prst="roundRect">
            <a:avLst>
              <a:gd name="adj" fmla="val 2655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6" name="/root/WorldMapScene/WorldMap/DetailsPanel/DetailsTitle"/>
          <p:cNvSpPr>
            <a:spLocks noGrp="1"/>
          </p:cNvSpPr>
          <p:nvPr/>
        </p:nvSpPr>
        <p:spPr>
          <a:xfrm>
            <a:off x="9245600" y="78613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40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lang="zh-CN" sz="140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站点</a:t>
            </a:r>
            <a:r>
              <a:rPr lang="zh-CN" sz="140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详情</a:t>
            </a:r>
            <a:endParaRPr lang="zh-CN" sz="1400" b="0">
              <a:solidFill>
                <a:srgbClr val="FFB84D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/root/WorldMapScene/WorldMap/DetailsPanel/DetailsBodyBack"/>
          <p:cNvSpPr>
            <a:spLocks noGrp="1"/>
          </p:cNvSpPr>
          <p:nvPr/>
        </p:nvSpPr>
        <p:spPr>
          <a:xfrm>
            <a:off x="9220200" y="1179830"/>
            <a:ext cx="2565400" cy="4343400"/>
          </a:xfrm>
          <a:prstGeom prst="roundRect">
            <a:avLst>
              <a:gd name="adj" fmla="val 2970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8" name="/root/WorldMapScene/WorldMap/DetailsPanel/DetailsBody"/>
          <p:cNvSpPr>
            <a:spLocks noGrp="1"/>
          </p:cNvSpPr>
          <p:nvPr/>
        </p:nvSpPr>
        <p:spPr>
          <a:xfrm>
            <a:off x="9334500" y="1294130"/>
            <a:ext cx="2336800" cy="42233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[b]类型：[/b]方舟核心</a:t>
            </a:r>
            <a:endParaRPr sz="900" b="0">
              <a:solidFill>
                <a:srgbClr val="E9F6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def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[b]状态：[/b]方舟核心</a:t>
            </a:r>
            <a:endParaRPr sz="900" b="0">
              <a:solidFill>
                <a:srgbClr val="E9F6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def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[b]危机等级：[/b]0</a:t>
            </a:r>
            <a:endParaRPr sz="900" b="0">
              <a:solidFill>
                <a:srgbClr val="E9F6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def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[b]算力：[/b]0/5</a:t>
            </a:r>
            <a:endParaRPr sz="900" b="0">
              <a:solidFill>
                <a:srgbClr val="E9F6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endParaRPr sz="900"/>
          </a:p>
          <a:p>
            <a:pPr algn="l">
              <a:def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方舟核心可进行商店购买、机库装配，也会在危机警报时开启执行体战斗。</a:t>
            </a:r>
            <a:endParaRPr sz="900" b="0">
              <a:solidFill>
                <a:srgbClr val="E9F6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endParaRPr sz="900"/>
          </a:p>
          <a:p>
            <a:pPr algn="l">
              <a:def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[b]航路指令：[/b]</a:t>
            </a:r>
            <a:endParaRPr sz="900" b="0">
              <a:solidFill>
                <a:srgbClr val="E9F6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def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收束扭曲潮汐（进度 0/2）：星髓矿 +34，扭曲星核蓝图</a:t>
            </a:r>
            <a:endParaRPr sz="900" b="0">
              <a:solidFill>
                <a:srgbClr val="E9F6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def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点亮天堂货栈（进度 0/1）：星髓矿 +28，天堂号货单导向</a:t>
            </a:r>
            <a:endParaRPr sz="900" b="0">
              <a:solidFill>
                <a:srgbClr val="E9F6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def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• 清扫前哨航线（进度 0/3）：星髓矿 +36</a:t>
            </a:r>
            <a:endParaRPr sz="900" b="0">
              <a:solidFill>
                <a:srgbClr val="E9F6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endParaRPr sz="900"/>
          </a:p>
          <a:p>
            <a:pPr algn="l">
              <a:def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[color=#7f8ca8]已接入协议：暂无。[/color]</a:t>
            </a:r>
            <a:endParaRPr sz="900" b="0">
              <a:solidFill>
                <a:srgbClr val="E9F6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/root/WorldMapScene/WorldMap/DetailsPanel/ShopButton"/>
          <p:cNvSpPr>
            <a:spLocks noGrp="1"/>
          </p:cNvSpPr>
          <p:nvPr/>
        </p:nvSpPr>
        <p:spPr>
          <a:xfrm>
            <a:off x="10203180" y="6134100"/>
            <a:ext cx="1582420" cy="330200"/>
          </a:xfrm>
          <a:prstGeom prst="roundRect">
            <a:avLst>
              <a:gd name="adj" fmla="val 23077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0" name="/root/WorldMapScene/WorldMap/DetailsPanel/ShopButton-text"/>
          <p:cNvSpPr>
            <a:spLocks noGrp="1"/>
          </p:cNvSpPr>
          <p:nvPr/>
        </p:nvSpPr>
        <p:spPr>
          <a:xfrm>
            <a:off x="10203180" y="6134100"/>
            <a:ext cx="1582420" cy="330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0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0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商店</a:t>
            </a:r>
            <a:endParaRPr sz="10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1" name="/root/WorldMapScene/WorldMap/DetailsPanel/HangarButton"/>
          <p:cNvSpPr>
            <a:spLocks noGrp="1"/>
          </p:cNvSpPr>
          <p:nvPr/>
        </p:nvSpPr>
        <p:spPr>
          <a:xfrm>
            <a:off x="10203815" y="5680710"/>
            <a:ext cx="1581785" cy="330200"/>
          </a:xfrm>
          <a:prstGeom prst="roundRect">
            <a:avLst>
              <a:gd name="adj" fmla="val 23077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2" name="/root/WorldMapScene/WorldMap/DetailsPanel/HangarButton-text"/>
          <p:cNvSpPr>
            <a:spLocks noGrp="1"/>
          </p:cNvSpPr>
          <p:nvPr/>
        </p:nvSpPr>
        <p:spPr>
          <a:xfrm>
            <a:off x="10203815" y="5680710"/>
            <a:ext cx="1581785" cy="330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0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0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机库</a:t>
            </a:r>
            <a:endParaRPr sz="10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384290" y="-603250"/>
            <a:ext cx="3705860" cy="474345"/>
            <a:chOff x="10054" y="-950"/>
            <a:chExt cx="5836" cy="747"/>
          </a:xfrm>
        </p:grpSpPr>
        <p:sp>
          <p:nvSpPr>
            <p:cNvPr id="13" name="/root/WorldMapScene/WorldMap/DetailsPanel/ArchiveButton"/>
            <p:cNvSpPr>
              <a:spLocks noGrp="1"/>
            </p:cNvSpPr>
            <p:nvPr/>
          </p:nvSpPr>
          <p:spPr>
            <a:xfrm>
              <a:off x="14590" y="-723"/>
              <a:ext cx="1300" cy="520"/>
            </a:xfrm>
            <a:prstGeom prst="roundRect">
              <a:avLst>
                <a:gd name="adj" fmla="val 23077"/>
              </a:avLst>
            </a:prstGeom>
            <a:solidFill>
              <a:srgbClr val="381610"/>
            </a:solidFill>
            <a:ln w="9525">
              <a:solidFill>
                <a:srgbClr val="D89423"/>
              </a:solidFill>
              <a:prstDash val="solid"/>
            </a:ln>
          </p:spPr>
        </p:sp>
        <p:sp>
          <p:nvSpPr>
            <p:cNvPr id="14" name="/root/WorldMapScene/WorldMap/DetailsPanel/ArchiveButton-text"/>
            <p:cNvSpPr>
              <a:spLocks noGrp="1"/>
            </p:cNvSpPr>
            <p:nvPr/>
          </p:nvSpPr>
          <p:spPr>
            <a:xfrm>
              <a:off x="14590" y="-723"/>
              <a:ext cx="1300" cy="52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defRPr sz="900" b="1">
                  <a:solidFill>
                    <a:srgbClr val="FA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defRPr>
              </a:pPr>
              <a:r>
                <a:rPr sz="900" b="1">
                  <a:solidFill>
                    <a:srgbClr val="FA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纹章档案</a:t>
              </a:r>
              <a:endParaRPr sz="9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15" name="/root/WorldMapScene/WorldMap/DetailsPanel/EnterButton"/>
            <p:cNvSpPr>
              <a:spLocks noGrp="1"/>
            </p:cNvSpPr>
            <p:nvPr/>
          </p:nvSpPr>
          <p:spPr>
            <a:xfrm>
              <a:off x="10054" y="-950"/>
              <a:ext cx="4040" cy="640"/>
            </a:xfrm>
            <a:prstGeom prst="roundRect">
              <a:avLst>
                <a:gd name="adj" fmla="val 18750"/>
              </a:avLst>
            </a:prstGeom>
            <a:solidFill>
              <a:srgbClr val="381610"/>
            </a:solidFill>
            <a:ln w="9525">
              <a:solidFill>
                <a:srgbClr val="D89423"/>
              </a:solidFill>
              <a:prstDash val="solid"/>
            </a:ln>
          </p:spPr>
        </p:sp>
        <p:sp>
          <p:nvSpPr>
            <p:cNvPr id="16" name="/root/WorldMapScene/WorldMap/DetailsPanel/EnterButton-text"/>
            <p:cNvSpPr>
              <a:spLocks noGrp="1"/>
            </p:cNvSpPr>
            <p:nvPr/>
          </p:nvSpPr>
          <p:spPr>
            <a:xfrm>
              <a:off x="10054" y="-950"/>
              <a:ext cx="4040" cy="64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defRPr sz="1200" b="1">
                  <a:solidFill>
                    <a:srgbClr val="FA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defRPr>
              </a:pPr>
              <a:r>
                <a:rPr sz="1200" b="1">
                  <a:solidFill>
                    <a:srgbClr val="FA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等待警报</a:t>
              </a:r>
              <a:endParaRPr sz="12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sp>
        <p:nvSpPr>
          <p:cNvPr id="19" name="/root/WorldMapScene/WorldMap/BackButton"/>
          <p:cNvSpPr>
            <a:spLocks noGrp="1"/>
          </p:cNvSpPr>
          <p:nvPr/>
        </p:nvSpPr>
        <p:spPr>
          <a:xfrm>
            <a:off x="10776585" y="163195"/>
            <a:ext cx="1206500" cy="330200"/>
          </a:xfrm>
          <a:prstGeom prst="roundRect">
            <a:avLst>
              <a:gd name="adj" fmla="val 23077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20" name="/root/WorldMapScene/WorldMap/BackButton-text"/>
          <p:cNvSpPr>
            <a:spLocks noGrp="1"/>
          </p:cNvSpPr>
          <p:nvPr/>
        </p:nvSpPr>
        <p:spPr>
          <a:xfrm>
            <a:off x="10776585" y="163195"/>
            <a:ext cx="1206500" cy="330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0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lang="zh-CN" sz="10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设置</a:t>
            </a:r>
            <a:endParaRPr lang="zh-CN" sz="10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35280" y="1052830"/>
            <a:ext cx="8569325" cy="561657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9192260" y="5680710"/>
            <a:ext cx="935990" cy="7905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解决</a:t>
            </a:r>
            <a:r>
              <a:rPr lang="zh-CN" altLang="en-US"/>
              <a:t>警报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ShopPopup/Shad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/root/ShopPopup/Panel"/>
          <p:cNvSpPr>
            <a:spLocks noGrp="1"/>
          </p:cNvSpPr>
          <p:nvPr/>
        </p:nvSpPr>
        <p:spPr>
          <a:xfrm>
            <a:off x="695960" y="548640"/>
            <a:ext cx="10765790" cy="5434965"/>
          </a:xfrm>
          <a:prstGeom prst="roundRect">
            <a:avLst>
              <a:gd name="adj" fmla="val 1538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4" name="/root/ShopPopup/Panel/HeaderAccent"/>
          <p:cNvSpPr>
            <a:spLocks noGrp="1"/>
          </p:cNvSpPr>
          <p:nvPr/>
        </p:nvSpPr>
        <p:spPr>
          <a:xfrm flipV="1">
            <a:off x="864235" y="700405"/>
            <a:ext cx="10428605" cy="76200"/>
          </a:xfrm>
          <a:prstGeom prst="rect">
            <a:avLst/>
          </a:prstGeom>
          <a:solidFill>
            <a:srgbClr val="FF4F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/root/ShopPopup/Panel/TitleLabel"/>
          <p:cNvSpPr>
            <a:spLocks noGrp="1"/>
          </p:cNvSpPr>
          <p:nvPr/>
        </p:nvSpPr>
        <p:spPr>
          <a:xfrm>
            <a:off x="983615" y="908685"/>
            <a:ext cx="96139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 anchorCtr="0"/>
          <a:lstStyle/>
          <a:p>
            <a:pPr algn="l">
              <a:defRPr sz="16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4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商店</a:t>
            </a:r>
            <a:endParaRPr sz="24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/root/ShopPopup/Panel/ItemsFrame"/>
          <p:cNvSpPr>
            <a:spLocks noGrp="1"/>
          </p:cNvSpPr>
          <p:nvPr/>
        </p:nvSpPr>
        <p:spPr>
          <a:xfrm>
            <a:off x="864235" y="1446530"/>
            <a:ext cx="10428605" cy="4401185"/>
          </a:xfrm>
          <a:prstGeom prst="roundRect">
            <a:avLst>
              <a:gd name="adj" fmla="val 2970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18" name="/root/ShopPopup/Panel/FooterLine"/>
          <p:cNvSpPr>
            <a:spLocks noGrp="1"/>
          </p:cNvSpPr>
          <p:nvPr/>
        </p:nvSpPr>
        <p:spPr>
          <a:xfrm>
            <a:off x="3072130" y="6152515"/>
            <a:ext cx="5994400" cy="12700"/>
          </a:xfrm>
          <a:prstGeom prst="rect">
            <a:avLst/>
          </a:prstGeom>
          <a:solidFill>
            <a:srgbClr val="FFB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/root/ShopPopup/Panel/MessageLabel"/>
          <p:cNvSpPr>
            <a:spLocks noGrp="1"/>
          </p:cNvSpPr>
          <p:nvPr/>
        </p:nvSpPr>
        <p:spPr>
          <a:xfrm>
            <a:off x="3124200" y="5372100"/>
            <a:ext cx="4241800" cy="355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20" name="/root/ShopPopup/Panel/CloseButton"/>
          <p:cNvSpPr>
            <a:spLocks noGrp="1"/>
          </p:cNvSpPr>
          <p:nvPr/>
        </p:nvSpPr>
        <p:spPr>
          <a:xfrm>
            <a:off x="10416540" y="6093460"/>
            <a:ext cx="1524000" cy="355600"/>
          </a:xfrm>
          <a:prstGeom prst="roundRect">
            <a:avLst>
              <a:gd name="adj" fmla="val 21429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21" name="/root/ShopPopup/Panel/CloseButton-text"/>
          <p:cNvSpPr>
            <a:spLocks noGrp="1"/>
          </p:cNvSpPr>
          <p:nvPr/>
        </p:nvSpPr>
        <p:spPr>
          <a:xfrm>
            <a:off x="10416540" y="6093460"/>
            <a:ext cx="1524000" cy="355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1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1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关闭</a:t>
            </a:r>
            <a:endParaRPr sz="11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7824470" y="1046480"/>
            <a:ext cx="934085" cy="288290"/>
            <a:chOff x="16178" y="1658"/>
            <a:chExt cx="1471" cy="454"/>
          </a:xfrm>
        </p:grpSpPr>
        <p:sp>
          <p:nvSpPr>
            <p:cNvPr id="6" name="/root/ShopPopup/Panel/MineralsLabel"/>
            <p:cNvSpPr>
              <a:spLocks noGrp="1"/>
            </p:cNvSpPr>
            <p:nvPr/>
          </p:nvSpPr>
          <p:spPr>
            <a:xfrm>
              <a:off x="16291" y="1728"/>
              <a:ext cx="1359" cy="33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anchor="ctr" anchorCtr="0"/>
            <a:lstStyle/>
            <a:p>
              <a:pPr algn="r">
                <a:defRPr sz="1100" b="0">
                  <a:solidFill>
                    <a:srgbClr val="52E8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defRPr>
              </a:pPr>
              <a:r>
                <a:rPr lang="en-US" sz="1400" b="0">
                  <a:solidFill>
                    <a:srgbClr val="52E8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1000</a:t>
              </a:r>
              <a:r>
                <a:rPr sz="1400" b="0">
                  <a:solidFill>
                    <a:srgbClr val="52E8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0</a:t>
              </a:r>
              <a:endParaRPr sz="1400" b="0">
                <a:solidFill>
                  <a:srgbClr val="52E8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3" name="正五边形 22"/>
            <p:cNvSpPr/>
            <p:nvPr/>
          </p:nvSpPr>
          <p:spPr>
            <a:xfrm>
              <a:off x="16178" y="1658"/>
              <a:ext cx="454" cy="454"/>
            </a:xfrm>
            <a:prstGeom prst="pentagon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/root/ShopPopup/Panel/ControlsBar/FamilyFocusOption"/>
          <p:cNvSpPr>
            <a:spLocks noGrp="1"/>
          </p:cNvSpPr>
          <p:nvPr/>
        </p:nvSpPr>
        <p:spPr>
          <a:xfrm>
            <a:off x="8790940" y="1046480"/>
            <a:ext cx="1333500" cy="304800"/>
          </a:xfrm>
          <a:prstGeom prst="roundRect">
            <a:avLst>
              <a:gd name="adj" fmla="val 25000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1" name="/root/ShopPopup/Panel/ControlsBar/FamilyFocusOption-text"/>
          <p:cNvSpPr>
            <a:spLocks noGrp="1"/>
          </p:cNvSpPr>
          <p:nvPr/>
        </p:nvSpPr>
        <p:spPr>
          <a:xfrm>
            <a:off x="8790940" y="1046480"/>
            <a:ext cx="1333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lang="zh-CN" altLang="en-US" sz="9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随机</a:t>
            </a:r>
            <a:r>
              <a:rPr lang="zh-CN" altLang="en-US" sz="9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模式</a:t>
            </a:r>
            <a:endParaRPr lang="zh-CN" altLang="en-US" sz="9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2" name="/root/ShopPopup/Panel/ControlsBar/RerollButton"/>
          <p:cNvSpPr>
            <a:spLocks noGrp="1"/>
          </p:cNvSpPr>
          <p:nvPr/>
        </p:nvSpPr>
        <p:spPr>
          <a:xfrm>
            <a:off x="10213340" y="1046480"/>
            <a:ext cx="1079500" cy="304800"/>
          </a:xfrm>
          <a:prstGeom prst="roundRect">
            <a:avLst>
              <a:gd name="adj" fmla="val 25000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3" name="/root/ShopPopup/Panel/ControlsBar/RerollButton-text"/>
          <p:cNvSpPr>
            <a:spLocks noGrp="1"/>
          </p:cNvSpPr>
          <p:nvPr/>
        </p:nvSpPr>
        <p:spPr>
          <a:xfrm>
            <a:off x="10213340" y="1046480"/>
            <a:ext cx="1079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重抽 18</a:t>
            </a:r>
            <a:endParaRPr sz="9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821305" y="-1924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1056005" y="1557020"/>
            <a:ext cx="3168015" cy="1195705"/>
            <a:chOff x="1663" y="2452"/>
            <a:chExt cx="4989" cy="1883"/>
          </a:xfrm>
        </p:grpSpPr>
        <p:sp>
          <p:nvSpPr>
            <p:cNvPr id="7" name="圆角矩形 6"/>
            <p:cNvSpPr/>
            <p:nvPr/>
          </p:nvSpPr>
          <p:spPr>
            <a:xfrm>
              <a:off x="3137" y="3032"/>
              <a:ext cx="3436" cy="75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>
                <a:lnSpc>
                  <a:spcPct val="100000"/>
                </a:lnSpc>
              </a:pPr>
              <a:r>
                <a:rPr lang="zh-CN" altLang="en-US" sz="1200"/>
                <a:t>特效特效特效</a:t>
              </a:r>
              <a:endParaRPr lang="zh-CN" altLang="en-US" sz="1200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1775" y="2652"/>
              <a:ext cx="1174" cy="113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zh-CN">
                  <a:ea typeface="SimSun" panose="02010600030101010101" pitchFamily="2" charset="-122"/>
                </a:rPr>
                <a:t>图标</a:t>
              </a:r>
              <a:endParaRPr lang="zh-CN" altLang="zh-CN">
                <a:ea typeface="SimSun" panose="02010600030101010101" pitchFamily="2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063" y="2452"/>
              <a:ext cx="351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chemeClr val="bg1"/>
                  </a:solidFill>
                </a:rPr>
                <a:t>装备名称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663" y="4039"/>
              <a:ext cx="1474" cy="119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4920" y="4038"/>
              <a:ext cx="1732" cy="12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3383" y="3881"/>
              <a:ext cx="1471" cy="454"/>
              <a:chOff x="16178" y="1658"/>
              <a:chExt cx="1471" cy="454"/>
            </a:xfrm>
          </p:grpSpPr>
          <p:sp>
            <p:nvSpPr>
              <p:cNvPr id="26" name="/root/ShopPopup/Panel/MineralsLabel"/>
              <p:cNvSpPr>
                <a:spLocks noGrp="1"/>
              </p:cNvSpPr>
              <p:nvPr/>
            </p:nvSpPr>
            <p:spPr>
              <a:xfrm>
                <a:off x="16291" y="1728"/>
                <a:ext cx="1359" cy="33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anchor="ctr" anchorCtr="0"/>
              <a:lstStyle/>
              <a:p>
                <a:pPr algn="ctr">
                  <a:defRPr sz="1100" b="0">
                    <a:solidFill>
                      <a:srgbClr val="52E8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defRPr>
                </a:pPr>
                <a:r>
                  <a:rPr lang="en-US" sz="1400" b="0">
                    <a:solidFill>
                      <a:srgbClr val="52E8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800</a:t>
                </a:r>
                <a:endParaRPr lang="en-US" sz="1400" b="0">
                  <a:solidFill>
                    <a:srgbClr val="52E8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27" name="正五边形 26"/>
              <p:cNvSpPr/>
              <p:nvPr/>
            </p:nvSpPr>
            <p:spPr>
              <a:xfrm>
                <a:off x="16178" y="1658"/>
                <a:ext cx="454" cy="454"/>
              </a:xfrm>
              <a:prstGeom prst="pentagon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4520565" y="1557020"/>
            <a:ext cx="3168015" cy="1195705"/>
            <a:chOff x="1663" y="2452"/>
            <a:chExt cx="4989" cy="1883"/>
          </a:xfrm>
        </p:grpSpPr>
        <p:sp>
          <p:nvSpPr>
            <p:cNvPr id="30" name="圆角矩形 29"/>
            <p:cNvSpPr/>
            <p:nvPr/>
          </p:nvSpPr>
          <p:spPr>
            <a:xfrm>
              <a:off x="3137" y="3032"/>
              <a:ext cx="3436" cy="75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>
                <a:lnSpc>
                  <a:spcPct val="100000"/>
                </a:lnSpc>
              </a:pPr>
              <a:r>
                <a:rPr lang="zh-CN" altLang="en-US" sz="1200"/>
                <a:t>特效特效特效</a:t>
              </a:r>
              <a:endParaRPr lang="zh-CN" altLang="en-US" sz="1200"/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1775" y="2652"/>
              <a:ext cx="1174" cy="113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zh-CN">
                  <a:ea typeface="SimSun" panose="02010600030101010101" pitchFamily="2" charset="-122"/>
                </a:rPr>
                <a:t>图标</a:t>
              </a:r>
              <a:endParaRPr lang="zh-CN" altLang="zh-CN">
                <a:ea typeface="SimSun" panose="02010600030101010101" pitchFamily="2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3063" y="2452"/>
              <a:ext cx="351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chemeClr val="bg1"/>
                  </a:solidFill>
                </a:rPr>
                <a:t>装备名称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663" y="4039"/>
              <a:ext cx="1474" cy="119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4920" y="4038"/>
              <a:ext cx="1732" cy="12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3383" y="3881"/>
              <a:ext cx="1471" cy="454"/>
              <a:chOff x="16178" y="1658"/>
              <a:chExt cx="1471" cy="454"/>
            </a:xfrm>
          </p:grpSpPr>
          <p:sp>
            <p:nvSpPr>
              <p:cNvPr id="36" name="/root/ShopPopup/Panel/MineralsLabel"/>
              <p:cNvSpPr>
                <a:spLocks noGrp="1"/>
              </p:cNvSpPr>
              <p:nvPr/>
            </p:nvSpPr>
            <p:spPr>
              <a:xfrm>
                <a:off x="16291" y="1728"/>
                <a:ext cx="1359" cy="33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anchor="ctr" anchorCtr="0"/>
              <a:lstStyle/>
              <a:p>
                <a:pPr algn="ctr">
                  <a:defRPr sz="1100" b="0">
                    <a:solidFill>
                      <a:srgbClr val="52E8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defRPr>
                </a:pPr>
                <a:r>
                  <a:rPr lang="en-US" sz="1400" b="0">
                    <a:solidFill>
                      <a:srgbClr val="52E8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800</a:t>
                </a:r>
                <a:endParaRPr lang="en-US" sz="1400" b="0">
                  <a:solidFill>
                    <a:srgbClr val="52E8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37" name="正五边形 36"/>
              <p:cNvSpPr/>
              <p:nvPr/>
            </p:nvSpPr>
            <p:spPr>
              <a:xfrm>
                <a:off x="16178" y="1658"/>
                <a:ext cx="454" cy="454"/>
              </a:xfrm>
              <a:prstGeom prst="pentagon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>
            <a:off x="7985125" y="1557020"/>
            <a:ext cx="3168015" cy="1195705"/>
            <a:chOff x="1663" y="2452"/>
            <a:chExt cx="4989" cy="1883"/>
          </a:xfrm>
        </p:grpSpPr>
        <p:sp>
          <p:nvSpPr>
            <p:cNvPr id="39" name="圆角矩形 38"/>
            <p:cNvSpPr/>
            <p:nvPr/>
          </p:nvSpPr>
          <p:spPr>
            <a:xfrm>
              <a:off x="3137" y="3032"/>
              <a:ext cx="3436" cy="75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>
                <a:lnSpc>
                  <a:spcPct val="100000"/>
                </a:lnSpc>
              </a:pPr>
              <a:r>
                <a:rPr lang="zh-CN" altLang="en-US" sz="1200"/>
                <a:t>特效特效特效</a:t>
              </a:r>
              <a:endParaRPr lang="zh-CN" altLang="en-US" sz="1200"/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1775" y="2652"/>
              <a:ext cx="1174" cy="113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zh-CN">
                  <a:ea typeface="SimSun" panose="02010600030101010101" pitchFamily="2" charset="-122"/>
                </a:rPr>
                <a:t>图标</a:t>
              </a:r>
              <a:endParaRPr lang="zh-CN" altLang="zh-CN">
                <a:ea typeface="SimSun" panose="02010600030101010101" pitchFamily="2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3063" y="2452"/>
              <a:ext cx="351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chemeClr val="bg1"/>
                  </a:solidFill>
                </a:rPr>
                <a:t>装备名称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1663" y="4039"/>
              <a:ext cx="1474" cy="119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4920" y="4038"/>
              <a:ext cx="1732" cy="12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3383" y="3881"/>
              <a:ext cx="1471" cy="454"/>
              <a:chOff x="16178" y="1658"/>
              <a:chExt cx="1471" cy="454"/>
            </a:xfrm>
          </p:grpSpPr>
          <p:sp>
            <p:nvSpPr>
              <p:cNvPr id="45" name="/root/ShopPopup/Panel/MineralsLabel"/>
              <p:cNvSpPr>
                <a:spLocks noGrp="1"/>
              </p:cNvSpPr>
              <p:nvPr/>
            </p:nvSpPr>
            <p:spPr>
              <a:xfrm>
                <a:off x="16291" y="1728"/>
                <a:ext cx="1359" cy="33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anchor="ctr" anchorCtr="0"/>
              <a:lstStyle/>
              <a:p>
                <a:pPr algn="ctr">
                  <a:defRPr sz="1100" b="0">
                    <a:solidFill>
                      <a:srgbClr val="52E8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defRPr>
                </a:pPr>
                <a:r>
                  <a:rPr lang="en-US" sz="1400" b="0">
                    <a:solidFill>
                      <a:srgbClr val="52E8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800</a:t>
                </a:r>
                <a:endParaRPr lang="en-US" sz="1400" b="0">
                  <a:solidFill>
                    <a:srgbClr val="52E8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46" name="正五边形 45"/>
              <p:cNvSpPr/>
              <p:nvPr/>
            </p:nvSpPr>
            <p:spPr>
              <a:xfrm>
                <a:off x="16178" y="1658"/>
                <a:ext cx="454" cy="454"/>
              </a:xfrm>
              <a:prstGeom prst="pentagon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1055370" y="3049270"/>
            <a:ext cx="3168015" cy="1195705"/>
            <a:chOff x="1663" y="2452"/>
            <a:chExt cx="4989" cy="1883"/>
          </a:xfrm>
        </p:grpSpPr>
        <p:sp>
          <p:nvSpPr>
            <p:cNvPr id="48" name="圆角矩形 47"/>
            <p:cNvSpPr/>
            <p:nvPr/>
          </p:nvSpPr>
          <p:spPr>
            <a:xfrm>
              <a:off x="3137" y="3032"/>
              <a:ext cx="3436" cy="75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>
                <a:lnSpc>
                  <a:spcPct val="100000"/>
                </a:lnSpc>
              </a:pPr>
              <a:r>
                <a:rPr lang="zh-CN" altLang="en-US" sz="1200"/>
                <a:t>特效特效特效</a:t>
              </a:r>
              <a:endParaRPr lang="zh-CN" altLang="en-US" sz="1200"/>
            </a:p>
          </p:txBody>
        </p:sp>
        <p:sp>
          <p:nvSpPr>
            <p:cNvPr id="49" name="圆角矩形 48"/>
            <p:cNvSpPr/>
            <p:nvPr/>
          </p:nvSpPr>
          <p:spPr>
            <a:xfrm>
              <a:off x="1775" y="2652"/>
              <a:ext cx="1174" cy="113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zh-CN">
                  <a:ea typeface="SimSun" panose="02010600030101010101" pitchFamily="2" charset="-122"/>
                </a:rPr>
                <a:t>图标</a:t>
              </a:r>
              <a:endParaRPr lang="zh-CN" altLang="zh-CN">
                <a:ea typeface="SimSun" panose="02010600030101010101" pitchFamily="2" charset="-122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3063" y="2452"/>
              <a:ext cx="351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chemeClr val="bg1"/>
                  </a:solidFill>
                </a:rPr>
                <a:t>装备名称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1663" y="4039"/>
              <a:ext cx="1474" cy="119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920" y="4038"/>
              <a:ext cx="1732" cy="12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53" name="组合 52"/>
            <p:cNvGrpSpPr/>
            <p:nvPr/>
          </p:nvGrpSpPr>
          <p:grpSpPr>
            <a:xfrm>
              <a:off x="3383" y="3881"/>
              <a:ext cx="1471" cy="454"/>
              <a:chOff x="16178" y="1658"/>
              <a:chExt cx="1471" cy="454"/>
            </a:xfrm>
          </p:grpSpPr>
          <p:sp>
            <p:nvSpPr>
              <p:cNvPr id="54" name="/root/ShopPopup/Panel/MineralsLabel"/>
              <p:cNvSpPr>
                <a:spLocks noGrp="1"/>
              </p:cNvSpPr>
              <p:nvPr/>
            </p:nvSpPr>
            <p:spPr>
              <a:xfrm>
                <a:off x="16291" y="1728"/>
                <a:ext cx="1359" cy="33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anchor="ctr" anchorCtr="0"/>
              <a:lstStyle/>
              <a:p>
                <a:pPr algn="ctr">
                  <a:defRPr sz="1100" b="0">
                    <a:solidFill>
                      <a:srgbClr val="52E8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defRPr>
                </a:pPr>
                <a:r>
                  <a:rPr lang="en-US" sz="1400" b="0">
                    <a:solidFill>
                      <a:srgbClr val="52E8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800</a:t>
                </a:r>
                <a:endParaRPr lang="en-US" sz="1400" b="0">
                  <a:solidFill>
                    <a:srgbClr val="52E8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55" name="正五边形 54"/>
              <p:cNvSpPr/>
              <p:nvPr/>
            </p:nvSpPr>
            <p:spPr>
              <a:xfrm>
                <a:off x="16178" y="1658"/>
                <a:ext cx="454" cy="454"/>
              </a:xfrm>
              <a:prstGeom prst="pentagon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6" name="组合 55"/>
          <p:cNvGrpSpPr/>
          <p:nvPr/>
        </p:nvGrpSpPr>
        <p:grpSpPr>
          <a:xfrm>
            <a:off x="4519930" y="3049270"/>
            <a:ext cx="3168015" cy="1195705"/>
            <a:chOff x="1663" y="2452"/>
            <a:chExt cx="4989" cy="1883"/>
          </a:xfrm>
        </p:grpSpPr>
        <p:sp>
          <p:nvSpPr>
            <p:cNvPr id="57" name="圆角矩形 56"/>
            <p:cNvSpPr/>
            <p:nvPr/>
          </p:nvSpPr>
          <p:spPr>
            <a:xfrm>
              <a:off x="3137" y="3032"/>
              <a:ext cx="3436" cy="75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>
                <a:lnSpc>
                  <a:spcPct val="100000"/>
                </a:lnSpc>
              </a:pPr>
              <a:r>
                <a:rPr lang="zh-CN" altLang="en-US" sz="1200"/>
                <a:t>特效特效特效</a:t>
              </a:r>
              <a:endParaRPr lang="zh-CN" altLang="en-US" sz="1200"/>
            </a:p>
          </p:txBody>
        </p:sp>
        <p:sp>
          <p:nvSpPr>
            <p:cNvPr id="58" name="圆角矩形 57"/>
            <p:cNvSpPr/>
            <p:nvPr/>
          </p:nvSpPr>
          <p:spPr>
            <a:xfrm>
              <a:off x="1775" y="2652"/>
              <a:ext cx="1174" cy="113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zh-CN">
                  <a:ea typeface="SimSun" panose="02010600030101010101" pitchFamily="2" charset="-122"/>
                </a:rPr>
                <a:t>图标</a:t>
              </a:r>
              <a:endParaRPr lang="zh-CN" altLang="zh-CN">
                <a:ea typeface="SimSun" panose="02010600030101010101" pitchFamily="2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3063" y="2452"/>
              <a:ext cx="351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chemeClr val="bg1"/>
                  </a:solidFill>
                </a:rPr>
                <a:t>装备名称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1663" y="4039"/>
              <a:ext cx="1474" cy="119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4920" y="4038"/>
              <a:ext cx="1732" cy="12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62" name="组合 61"/>
            <p:cNvGrpSpPr/>
            <p:nvPr/>
          </p:nvGrpSpPr>
          <p:grpSpPr>
            <a:xfrm>
              <a:off x="3383" y="3881"/>
              <a:ext cx="1471" cy="454"/>
              <a:chOff x="16178" y="1658"/>
              <a:chExt cx="1471" cy="454"/>
            </a:xfrm>
          </p:grpSpPr>
          <p:sp>
            <p:nvSpPr>
              <p:cNvPr id="63" name="/root/ShopPopup/Panel/MineralsLabel"/>
              <p:cNvSpPr>
                <a:spLocks noGrp="1"/>
              </p:cNvSpPr>
              <p:nvPr/>
            </p:nvSpPr>
            <p:spPr>
              <a:xfrm>
                <a:off x="16291" y="1728"/>
                <a:ext cx="1359" cy="33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anchor="ctr" anchorCtr="0"/>
              <a:lstStyle/>
              <a:p>
                <a:pPr algn="ctr">
                  <a:defRPr sz="1100" b="0">
                    <a:solidFill>
                      <a:srgbClr val="52E8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defRPr>
                </a:pPr>
                <a:r>
                  <a:rPr lang="en-US" sz="1400" b="0">
                    <a:solidFill>
                      <a:srgbClr val="52E8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800</a:t>
                </a:r>
                <a:endParaRPr lang="en-US" sz="1400" b="0">
                  <a:solidFill>
                    <a:srgbClr val="52E8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64" name="正五边形 63"/>
              <p:cNvSpPr/>
              <p:nvPr/>
            </p:nvSpPr>
            <p:spPr>
              <a:xfrm>
                <a:off x="16178" y="1658"/>
                <a:ext cx="454" cy="454"/>
              </a:xfrm>
              <a:prstGeom prst="pentagon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5" name="组合 64"/>
          <p:cNvGrpSpPr/>
          <p:nvPr/>
        </p:nvGrpSpPr>
        <p:grpSpPr>
          <a:xfrm>
            <a:off x="7984490" y="3049270"/>
            <a:ext cx="3168015" cy="1195705"/>
            <a:chOff x="1663" y="2452"/>
            <a:chExt cx="4989" cy="1883"/>
          </a:xfrm>
        </p:grpSpPr>
        <p:sp>
          <p:nvSpPr>
            <p:cNvPr id="66" name="圆角矩形 65"/>
            <p:cNvSpPr/>
            <p:nvPr/>
          </p:nvSpPr>
          <p:spPr>
            <a:xfrm>
              <a:off x="3137" y="3032"/>
              <a:ext cx="3436" cy="75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>
                <a:lnSpc>
                  <a:spcPct val="100000"/>
                </a:lnSpc>
              </a:pPr>
              <a:r>
                <a:rPr lang="zh-CN" altLang="en-US" sz="1200"/>
                <a:t>特效特效特效</a:t>
              </a:r>
              <a:endParaRPr lang="zh-CN" altLang="en-US" sz="1200"/>
            </a:p>
          </p:txBody>
        </p:sp>
        <p:sp>
          <p:nvSpPr>
            <p:cNvPr id="67" name="圆角矩形 66"/>
            <p:cNvSpPr/>
            <p:nvPr/>
          </p:nvSpPr>
          <p:spPr>
            <a:xfrm>
              <a:off x="1775" y="2652"/>
              <a:ext cx="1174" cy="113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zh-CN">
                  <a:ea typeface="SimSun" panose="02010600030101010101" pitchFamily="2" charset="-122"/>
                </a:rPr>
                <a:t>图标</a:t>
              </a:r>
              <a:endParaRPr lang="zh-CN" altLang="zh-CN">
                <a:ea typeface="SimSun" panose="02010600030101010101" pitchFamily="2" charset="-122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3063" y="2452"/>
              <a:ext cx="351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chemeClr val="bg1"/>
                  </a:solidFill>
                </a:rPr>
                <a:t>装备名称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1663" y="4039"/>
              <a:ext cx="1474" cy="119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4920" y="4038"/>
              <a:ext cx="1732" cy="12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3383" y="3881"/>
              <a:ext cx="1471" cy="454"/>
              <a:chOff x="16178" y="1658"/>
              <a:chExt cx="1471" cy="454"/>
            </a:xfrm>
          </p:grpSpPr>
          <p:sp>
            <p:nvSpPr>
              <p:cNvPr id="72" name="/root/ShopPopup/Panel/MineralsLabel"/>
              <p:cNvSpPr>
                <a:spLocks noGrp="1"/>
              </p:cNvSpPr>
              <p:nvPr/>
            </p:nvSpPr>
            <p:spPr>
              <a:xfrm>
                <a:off x="16291" y="1728"/>
                <a:ext cx="1359" cy="33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anchor="ctr" anchorCtr="0"/>
              <a:lstStyle/>
              <a:p>
                <a:pPr algn="ctr">
                  <a:defRPr sz="1100" b="0">
                    <a:solidFill>
                      <a:srgbClr val="52E8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defRPr>
                </a:pPr>
                <a:r>
                  <a:rPr lang="en-US" sz="1400" b="0">
                    <a:solidFill>
                      <a:srgbClr val="52E8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800</a:t>
                </a:r>
                <a:endParaRPr lang="en-US" sz="1400" b="0">
                  <a:solidFill>
                    <a:srgbClr val="52E8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73" name="正五边形 72"/>
              <p:cNvSpPr/>
              <p:nvPr/>
            </p:nvSpPr>
            <p:spPr>
              <a:xfrm>
                <a:off x="16178" y="1658"/>
                <a:ext cx="454" cy="454"/>
              </a:xfrm>
              <a:prstGeom prst="pentagon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HangarPopup/Shade"/>
          <p:cNvSpPr>
            <a:spLocks noGrp="1"/>
          </p:cNvSpPr>
          <p:nvPr/>
        </p:nvSpPr>
        <p:spPr>
          <a:xfrm>
            <a:off x="-24130" y="0"/>
            <a:ext cx="12192000" cy="6858000"/>
          </a:xfrm>
          <a:prstGeom prst="rect">
            <a:avLst/>
          </a:prstGeom>
          <a:solidFill>
            <a:srgbClr val="01020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/root/ShopPopup/Panel"/>
          <p:cNvSpPr>
            <a:spLocks noGrp="1"/>
          </p:cNvSpPr>
          <p:nvPr/>
        </p:nvSpPr>
        <p:spPr>
          <a:xfrm>
            <a:off x="695960" y="548640"/>
            <a:ext cx="10765790" cy="5434965"/>
          </a:xfrm>
          <a:prstGeom prst="roundRect">
            <a:avLst>
              <a:gd name="adj" fmla="val 1538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grpSp>
        <p:nvGrpSpPr>
          <p:cNvPr id="65" name="组合 64"/>
          <p:cNvGrpSpPr/>
          <p:nvPr/>
        </p:nvGrpSpPr>
        <p:grpSpPr>
          <a:xfrm>
            <a:off x="5410200" y="-459105"/>
            <a:ext cx="5270500" cy="330200"/>
            <a:chOff x="8520" y="-723"/>
            <a:chExt cx="8300" cy="520"/>
          </a:xfrm>
        </p:grpSpPr>
        <p:sp>
          <p:nvSpPr>
            <p:cNvPr id="12" name="/root/HangarPopup/Panel/LoadoutBar/Loadout1SaveButton"/>
            <p:cNvSpPr>
              <a:spLocks noGrp="1"/>
            </p:cNvSpPr>
            <p:nvPr/>
          </p:nvSpPr>
          <p:spPr>
            <a:xfrm>
              <a:off x="8520" y="-723"/>
              <a:ext cx="1300" cy="520"/>
            </a:xfrm>
            <a:prstGeom prst="roundRect">
              <a:avLst>
                <a:gd name="adj" fmla="val 23077"/>
              </a:avLst>
            </a:prstGeom>
            <a:solidFill>
              <a:srgbClr val="381610"/>
            </a:solidFill>
            <a:ln w="9525">
              <a:solidFill>
                <a:srgbClr val="D89423"/>
              </a:solidFill>
              <a:prstDash val="solid"/>
            </a:ln>
          </p:spPr>
        </p:sp>
        <p:sp>
          <p:nvSpPr>
            <p:cNvPr id="13" name="/root/HangarPopup/Panel/LoadoutBar/Loadout1SaveButton-text"/>
            <p:cNvSpPr>
              <a:spLocks noGrp="1"/>
            </p:cNvSpPr>
            <p:nvPr/>
          </p:nvSpPr>
          <p:spPr>
            <a:xfrm>
              <a:off x="8520" y="-723"/>
              <a:ext cx="1300" cy="52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defRPr sz="80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defRPr>
              </a:pPr>
              <a:r>
                <a:rPr sz="80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存档 1</a:t>
              </a:r>
              <a:endPara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14" name="/root/HangarPopup/Panel/LoadoutBar/Loadout1ApplyButton"/>
            <p:cNvSpPr>
              <a:spLocks noGrp="1"/>
            </p:cNvSpPr>
            <p:nvPr/>
          </p:nvSpPr>
          <p:spPr>
            <a:xfrm>
              <a:off x="9920" y="-723"/>
              <a:ext cx="1300" cy="520"/>
            </a:xfrm>
            <a:prstGeom prst="roundRect">
              <a:avLst>
                <a:gd name="adj" fmla="val 23077"/>
              </a:avLst>
            </a:prstGeom>
            <a:solidFill>
              <a:srgbClr val="381610"/>
            </a:solidFill>
            <a:ln w="9525">
              <a:solidFill>
                <a:srgbClr val="D89423"/>
              </a:solidFill>
              <a:prstDash val="solid"/>
            </a:ln>
          </p:spPr>
        </p:sp>
        <p:sp>
          <p:nvSpPr>
            <p:cNvPr id="15" name="/root/HangarPopup/Panel/LoadoutBar/Loadout1ApplyButton-text"/>
            <p:cNvSpPr>
              <a:spLocks noGrp="1"/>
            </p:cNvSpPr>
            <p:nvPr/>
          </p:nvSpPr>
          <p:spPr>
            <a:xfrm>
              <a:off x="9920" y="-723"/>
              <a:ext cx="1300" cy="52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defRPr sz="80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defRPr>
              </a:pPr>
              <a:r>
                <a:rPr sz="80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读取 1</a:t>
              </a:r>
              <a:endPara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16" name="/root/HangarPopup/Panel/LoadoutBar/Loadout2SaveButton"/>
            <p:cNvSpPr>
              <a:spLocks noGrp="1"/>
            </p:cNvSpPr>
            <p:nvPr/>
          </p:nvSpPr>
          <p:spPr>
            <a:xfrm>
              <a:off x="11320" y="-723"/>
              <a:ext cx="1300" cy="520"/>
            </a:xfrm>
            <a:prstGeom prst="roundRect">
              <a:avLst>
                <a:gd name="adj" fmla="val 23077"/>
              </a:avLst>
            </a:prstGeom>
            <a:solidFill>
              <a:srgbClr val="381610"/>
            </a:solidFill>
            <a:ln w="9525">
              <a:solidFill>
                <a:srgbClr val="D89423"/>
              </a:solidFill>
              <a:prstDash val="solid"/>
            </a:ln>
          </p:spPr>
        </p:sp>
        <p:sp>
          <p:nvSpPr>
            <p:cNvPr id="17" name="/root/HangarPopup/Panel/LoadoutBar/Loadout2SaveButton-text"/>
            <p:cNvSpPr>
              <a:spLocks noGrp="1"/>
            </p:cNvSpPr>
            <p:nvPr/>
          </p:nvSpPr>
          <p:spPr>
            <a:xfrm>
              <a:off x="11320" y="-723"/>
              <a:ext cx="1300" cy="52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defRPr sz="80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defRPr>
              </a:pPr>
              <a:r>
                <a:rPr sz="80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存档 2</a:t>
              </a:r>
              <a:endPara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18" name="/root/HangarPopup/Panel/LoadoutBar/Loadout2ApplyButton"/>
            <p:cNvSpPr>
              <a:spLocks noGrp="1"/>
            </p:cNvSpPr>
            <p:nvPr/>
          </p:nvSpPr>
          <p:spPr>
            <a:xfrm>
              <a:off x="12720" y="-723"/>
              <a:ext cx="1300" cy="520"/>
            </a:xfrm>
            <a:prstGeom prst="roundRect">
              <a:avLst>
                <a:gd name="adj" fmla="val 23077"/>
              </a:avLst>
            </a:prstGeom>
            <a:solidFill>
              <a:srgbClr val="381610"/>
            </a:solidFill>
            <a:ln w="9525">
              <a:solidFill>
                <a:srgbClr val="D89423"/>
              </a:solidFill>
              <a:prstDash val="solid"/>
            </a:ln>
          </p:spPr>
        </p:sp>
        <p:sp>
          <p:nvSpPr>
            <p:cNvPr id="19" name="/root/HangarPopup/Panel/LoadoutBar/Loadout2ApplyButton-text"/>
            <p:cNvSpPr>
              <a:spLocks noGrp="1"/>
            </p:cNvSpPr>
            <p:nvPr/>
          </p:nvSpPr>
          <p:spPr>
            <a:xfrm>
              <a:off x="12720" y="-723"/>
              <a:ext cx="1300" cy="52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defRPr sz="80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defRPr>
              </a:pPr>
              <a:r>
                <a:rPr sz="80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读取 2</a:t>
              </a:r>
              <a:endPara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0" name="/root/HangarPopup/Panel/LoadoutBar/Loadout3SaveButton"/>
            <p:cNvSpPr>
              <a:spLocks noGrp="1"/>
            </p:cNvSpPr>
            <p:nvPr/>
          </p:nvSpPr>
          <p:spPr>
            <a:xfrm>
              <a:off x="14120" y="-723"/>
              <a:ext cx="1300" cy="520"/>
            </a:xfrm>
            <a:prstGeom prst="roundRect">
              <a:avLst>
                <a:gd name="adj" fmla="val 23077"/>
              </a:avLst>
            </a:prstGeom>
            <a:solidFill>
              <a:srgbClr val="381610"/>
            </a:solidFill>
            <a:ln w="9525">
              <a:solidFill>
                <a:srgbClr val="D89423"/>
              </a:solidFill>
              <a:prstDash val="solid"/>
            </a:ln>
          </p:spPr>
        </p:sp>
        <p:sp>
          <p:nvSpPr>
            <p:cNvPr id="21" name="/root/HangarPopup/Panel/LoadoutBar/Loadout3SaveButton-text"/>
            <p:cNvSpPr>
              <a:spLocks noGrp="1"/>
            </p:cNvSpPr>
            <p:nvPr/>
          </p:nvSpPr>
          <p:spPr>
            <a:xfrm>
              <a:off x="14120" y="-723"/>
              <a:ext cx="1300" cy="52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defRPr sz="80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defRPr>
              </a:pPr>
              <a:r>
                <a:rPr sz="80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存档 3</a:t>
              </a:r>
              <a:endPara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2" name="/root/HangarPopup/Panel/LoadoutBar/Loadout3ApplyButton"/>
            <p:cNvSpPr>
              <a:spLocks noGrp="1"/>
            </p:cNvSpPr>
            <p:nvPr/>
          </p:nvSpPr>
          <p:spPr>
            <a:xfrm>
              <a:off x="15520" y="-723"/>
              <a:ext cx="1300" cy="520"/>
            </a:xfrm>
            <a:prstGeom prst="roundRect">
              <a:avLst>
                <a:gd name="adj" fmla="val 23077"/>
              </a:avLst>
            </a:prstGeom>
            <a:solidFill>
              <a:srgbClr val="381610"/>
            </a:solidFill>
            <a:ln w="9525">
              <a:solidFill>
                <a:srgbClr val="D89423"/>
              </a:solidFill>
              <a:prstDash val="solid"/>
            </a:ln>
          </p:spPr>
        </p:sp>
        <p:sp>
          <p:nvSpPr>
            <p:cNvPr id="23" name="/root/HangarPopup/Panel/LoadoutBar/Loadout3ApplyButton-text"/>
            <p:cNvSpPr>
              <a:spLocks noGrp="1"/>
            </p:cNvSpPr>
            <p:nvPr/>
          </p:nvSpPr>
          <p:spPr>
            <a:xfrm>
              <a:off x="15520" y="-723"/>
              <a:ext cx="1300" cy="52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defRPr sz="80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defRPr>
              </a:pPr>
              <a:r>
                <a:rPr sz="80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读取 3</a:t>
              </a:r>
              <a:endPara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2573020" y="5013325"/>
            <a:ext cx="7010400" cy="317500"/>
            <a:chOff x="4480" y="3340"/>
            <a:chExt cx="11040" cy="500"/>
          </a:xfrm>
        </p:grpSpPr>
        <p:sp>
          <p:nvSpPr>
            <p:cNvPr id="24" name="/root/HangarPopup/Panel/CharmBay"/>
            <p:cNvSpPr>
              <a:spLocks noGrp="1"/>
            </p:cNvSpPr>
            <p:nvPr/>
          </p:nvSpPr>
          <p:spPr>
            <a:xfrm>
              <a:off x="4480" y="3340"/>
              <a:ext cx="11040" cy="500"/>
            </a:xfrm>
            <a:prstGeom prst="roundRect">
              <a:avLst>
                <a:gd name="adj" fmla="val 24000"/>
              </a:avLst>
            </a:prstGeom>
            <a:solidFill>
              <a:srgbClr val="08131F"/>
            </a:solidFill>
            <a:ln w="9525">
              <a:solidFill>
                <a:srgbClr val="32546E"/>
              </a:solidFill>
              <a:prstDash val="solid"/>
            </a:ln>
          </p:spPr>
        </p:sp>
        <p:sp>
          <p:nvSpPr>
            <p:cNvPr id="25" name="/root/HangarPopup/Panel/CharmBay/CharmBayLabel"/>
            <p:cNvSpPr>
              <a:spLocks noGrp="1"/>
            </p:cNvSpPr>
            <p:nvPr/>
          </p:nvSpPr>
          <p:spPr>
            <a:xfrm>
              <a:off x="4660" y="3465"/>
              <a:ext cx="1320" cy="2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anchor="ctr"/>
            <a:lstStyle/>
            <a:p>
              <a:pPr algn="l">
                <a:defRPr sz="850" b="0">
                  <a:solidFill>
                    <a:srgbClr val="B88C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defRPr>
              </a:pPr>
              <a:r>
                <a:rPr lang="zh-CN" sz="850" b="0">
                  <a:solidFill>
                    <a:srgbClr val="B88C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算</a:t>
              </a:r>
              <a:r>
                <a:rPr lang="zh-CN" sz="850" b="0">
                  <a:solidFill>
                    <a:srgbClr val="B88C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力</a:t>
              </a:r>
              <a:endParaRPr lang="zh-CN" sz="850" b="0">
                <a:solidFill>
                  <a:srgbClr val="B88C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7" name="/root/HangarPopup/Panel/CharmBay/CharmSlots/Slot1"/>
            <p:cNvSpPr>
              <a:spLocks noGrp="1"/>
            </p:cNvSpPr>
            <p:nvPr/>
          </p:nvSpPr>
          <p:spPr>
            <a:xfrm>
              <a:off x="5980" y="3460"/>
              <a:ext cx="340" cy="260"/>
            </a:xfrm>
            <a:prstGeom prst="rect">
              <a:avLst/>
            </a:prstGeom>
            <a:solidFill>
              <a:srgbClr val="FFB84D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28" name="/root/HangarPopup/Panel/CharmBay/CharmSlots/Slot2"/>
            <p:cNvSpPr>
              <a:spLocks noGrp="1"/>
            </p:cNvSpPr>
            <p:nvPr/>
          </p:nvSpPr>
          <p:spPr>
            <a:xfrm>
              <a:off x="6420" y="3460"/>
              <a:ext cx="340" cy="260"/>
            </a:xfrm>
            <a:prstGeom prst="rect">
              <a:avLst/>
            </a:prstGeom>
            <a:solidFill>
              <a:srgbClr val="FFB84D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29" name="/root/HangarPopup/Panel/CharmBay/CharmSlots/Slot3"/>
            <p:cNvSpPr>
              <a:spLocks noGrp="1"/>
            </p:cNvSpPr>
            <p:nvPr/>
          </p:nvSpPr>
          <p:spPr>
            <a:xfrm>
              <a:off x="6860" y="3460"/>
              <a:ext cx="340" cy="260"/>
            </a:xfrm>
            <a:prstGeom prst="rect">
              <a:avLst/>
            </a:prstGeom>
            <a:solidFill>
              <a:srgbClr val="293847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30" name="/root/HangarPopup/Panel/CharmBay/CharmSlots/Slot4"/>
            <p:cNvSpPr>
              <a:spLocks noGrp="1"/>
            </p:cNvSpPr>
            <p:nvPr/>
          </p:nvSpPr>
          <p:spPr>
            <a:xfrm>
              <a:off x="7300" y="3460"/>
              <a:ext cx="340" cy="260"/>
            </a:xfrm>
            <a:prstGeom prst="rect">
              <a:avLst/>
            </a:prstGeom>
            <a:solidFill>
              <a:srgbClr val="293847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31" name="/root/HangarPopup/Panel/CharmBay/CharmSlots/Slot5"/>
            <p:cNvSpPr>
              <a:spLocks noGrp="1"/>
            </p:cNvSpPr>
            <p:nvPr/>
          </p:nvSpPr>
          <p:spPr>
            <a:xfrm>
              <a:off x="7740" y="3460"/>
              <a:ext cx="340" cy="260"/>
            </a:xfrm>
            <a:prstGeom prst="rect">
              <a:avLst/>
            </a:prstGeom>
            <a:solidFill>
              <a:srgbClr val="293847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</p:grpSp>
      <p:grpSp>
        <p:nvGrpSpPr>
          <p:cNvPr id="67" name="组合 66"/>
          <p:cNvGrpSpPr/>
          <p:nvPr/>
        </p:nvGrpSpPr>
        <p:grpSpPr>
          <a:xfrm>
            <a:off x="4908550" y="-748030"/>
            <a:ext cx="6337300" cy="304800"/>
            <a:chOff x="5540" y="3960"/>
            <a:chExt cx="9980" cy="480"/>
          </a:xfrm>
        </p:grpSpPr>
        <p:sp>
          <p:nvSpPr>
            <p:cNvPr id="33" name="/root/HangarPopup/Panel/FamilyFilterBar/AllButton"/>
            <p:cNvSpPr>
              <a:spLocks noGrp="1"/>
            </p:cNvSpPr>
            <p:nvPr/>
          </p:nvSpPr>
          <p:spPr>
            <a:xfrm>
              <a:off x="5540" y="3960"/>
              <a:ext cx="1300" cy="480"/>
            </a:xfrm>
            <a:prstGeom prst="roundRect">
              <a:avLst>
                <a:gd name="adj" fmla="val 25000"/>
              </a:avLst>
            </a:prstGeom>
            <a:solidFill>
              <a:srgbClr val="381610"/>
            </a:solidFill>
            <a:ln w="9525">
              <a:solidFill>
                <a:srgbClr val="D89423"/>
              </a:solidFill>
              <a:prstDash val="solid"/>
            </a:ln>
          </p:spPr>
        </p:sp>
        <p:sp>
          <p:nvSpPr>
            <p:cNvPr id="35" name="/root/HangarPopup/Panel/FamilyFilterBar/ColossusButton"/>
            <p:cNvSpPr>
              <a:spLocks noGrp="1"/>
            </p:cNvSpPr>
            <p:nvPr/>
          </p:nvSpPr>
          <p:spPr>
            <a:xfrm>
              <a:off x="6920" y="3960"/>
              <a:ext cx="1400" cy="480"/>
            </a:xfrm>
            <a:prstGeom prst="roundRect">
              <a:avLst>
                <a:gd name="adj" fmla="val 25000"/>
              </a:avLst>
            </a:prstGeom>
            <a:solidFill>
              <a:srgbClr val="381610"/>
            </a:solidFill>
            <a:ln w="9525">
              <a:solidFill>
                <a:srgbClr val="D89423"/>
              </a:solidFill>
              <a:prstDash val="solid"/>
            </a:ln>
          </p:spPr>
        </p:sp>
        <p:sp>
          <p:nvSpPr>
            <p:cNvPr id="37" name="/root/HangarPopup/Panel/FamilyFilterBar/ParadiseButton"/>
            <p:cNvSpPr>
              <a:spLocks noGrp="1"/>
            </p:cNvSpPr>
            <p:nvPr/>
          </p:nvSpPr>
          <p:spPr>
            <a:xfrm>
              <a:off x="8400" y="3960"/>
              <a:ext cx="1300" cy="480"/>
            </a:xfrm>
            <a:prstGeom prst="roundRect">
              <a:avLst>
                <a:gd name="adj" fmla="val 25000"/>
              </a:avLst>
            </a:prstGeom>
            <a:solidFill>
              <a:srgbClr val="381610"/>
            </a:solidFill>
            <a:ln w="9525">
              <a:solidFill>
                <a:srgbClr val="D89423"/>
              </a:solidFill>
              <a:prstDash val="solid"/>
            </a:ln>
          </p:spPr>
        </p:sp>
        <p:sp>
          <p:nvSpPr>
            <p:cNvPr id="39" name="/root/HangarPopup/Panel/FamilyFilterBar/WarpedButton"/>
            <p:cNvSpPr>
              <a:spLocks noGrp="1"/>
            </p:cNvSpPr>
            <p:nvPr/>
          </p:nvSpPr>
          <p:spPr>
            <a:xfrm>
              <a:off x="9780" y="3960"/>
              <a:ext cx="1400" cy="480"/>
            </a:xfrm>
            <a:prstGeom prst="roundRect">
              <a:avLst>
                <a:gd name="adj" fmla="val 25000"/>
              </a:avLst>
            </a:prstGeom>
            <a:solidFill>
              <a:srgbClr val="381610"/>
            </a:solidFill>
            <a:ln w="9525">
              <a:solidFill>
                <a:srgbClr val="D89423"/>
              </a:solidFill>
              <a:prstDash val="solid"/>
            </a:ln>
          </p:spPr>
        </p:sp>
        <p:sp>
          <p:nvSpPr>
            <p:cNvPr id="41" name="/root/HangarPopup/Panel/FamilyFilterBar/HellEyeButton"/>
            <p:cNvSpPr>
              <a:spLocks noGrp="1"/>
            </p:cNvSpPr>
            <p:nvPr/>
          </p:nvSpPr>
          <p:spPr>
            <a:xfrm>
              <a:off x="11260" y="3960"/>
              <a:ext cx="1400" cy="480"/>
            </a:xfrm>
            <a:prstGeom prst="roundRect">
              <a:avLst>
                <a:gd name="adj" fmla="val 25000"/>
              </a:avLst>
            </a:prstGeom>
            <a:solidFill>
              <a:srgbClr val="381610"/>
            </a:solidFill>
            <a:ln w="9525">
              <a:solidFill>
                <a:srgbClr val="D89423"/>
              </a:solidFill>
              <a:prstDash val="solid"/>
            </a:ln>
          </p:spPr>
        </p:sp>
        <p:sp>
          <p:nvSpPr>
            <p:cNvPr id="43" name="/root/HangarPopup/Panel/FamilyFilterBar/DivineButton"/>
            <p:cNvSpPr>
              <a:spLocks noGrp="1"/>
            </p:cNvSpPr>
            <p:nvPr/>
          </p:nvSpPr>
          <p:spPr>
            <a:xfrm>
              <a:off x="12740" y="3960"/>
              <a:ext cx="1400" cy="480"/>
            </a:xfrm>
            <a:prstGeom prst="roundRect">
              <a:avLst>
                <a:gd name="adj" fmla="val 25000"/>
              </a:avLst>
            </a:prstGeom>
            <a:solidFill>
              <a:srgbClr val="381610"/>
            </a:solidFill>
            <a:ln w="9525">
              <a:solidFill>
                <a:srgbClr val="D89423"/>
              </a:solidFill>
              <a:prstDash val="solid"/>
            </a:ln>
          </p:spPr>
        </p:sp>
        <p:sp>
          <p:nvSpPr>
            <p:cNvPr id="45" name="/root/HangarPopup/Panel/FamilyFilterBar/GeneralButton"/>
            <p:cNvSpPr>
              <a:spLocks noGrp="1"/>
            </p:cNvSpPr>
            <p:nvPr/>
          </p:nvSpPr>
          <p:spPr>
            <a:xfrm>
              <a:off x="14220" y="3960"/>
              <a:ext cx="1300" cy="480"/>
            </a:xfrm>
            <a:prstGeom prst="roundRect">
              <a:avLst>
                <a:gd name="adj" fmla="val 25000"/>
              </a:avLst>
            </a:prstGeom>
            <a:solidFill>
              <a:srgbClr val="381610"/>
            </a:solidFill>
            <a:ln w="9525">
              <a:solidFill>
                <a:srgbClr val="D89423"/>
              </a:solidFill>
              <a:prstDash val="solid"/>
            </a:ln>
          </p:spPr>
        </p:sp>
        <p:grpSp>
          <p:nvGrpSpPr>
            <p:cNvPr id="66" name="组合 65"/>
            <p:cNvGrpSpPr/>
            <p:nvPr/>
          </p:nvGrpSpPr>
          <p:grpSpPr>
            <a:xfrm>
              <a:off x="5540" y="3960"/>
              <a:ext cx="9980" cy="480"/>
              <a:chOff x="5540" y="3960"/>
              <a:chExt cx="9980" cy="480"/>
            </a:xfrm>
          </p:grpSpPr>
          <p:sp>
            <p:nvSpPr>
              <p:cNvPr id="34" name="/root/HangarPopup/Panel/FamilyFilterBar/AllButton-text"/>
              <p:cNvSpPr>
                <a:spLocks noGrp="1"/>
              </p:cNvSpPr>
              <p:nvPr/>
            </p:nvSpPr>
            <p:spPr>
              <a:xfrm>
                <a:off x="5540" y="3960"/>
                <a:ext cx="1300" cy="48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anchor="ctr"/>
              <a:lstStyle/>
              <a:p>
                <a:pPr algn="ctr">
                  <a:defRPr sz="750" b="1">
                    <a:solidFill>
                      <a:srgbClr val="F7FB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defRPr>
                </a:pPr>
                <a:r>
                  <a:rPr sz="750" b="1">
                    <a:solidFill>
                      <a:srgbClr val="F7FB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全部</a:t>
                </a:r>
                <a:endParaRPr sz="75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36" name="/root/HangarPopup/Panel/FamilyFilterBar/ColossusButton-text"/>
              <p:cNvSpPr>
                <a:spLocks noGrp="1"/>
              </p:cNvSpPr>
              <p:nvPr/>
            </p:nvSpPr>
            <p:spPr>
              <a:xfrm>
                <a:off x="6920" y="3960"/>
                <a:ext cx="1400" cy="48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anchor="ctr"/>
              <a:lstStyle/>
              <a:p>
                <a:pPr algn="ctr">
                  <a:defRPr sz="750" b="1">
                    <a:solidFill>
                      <a:srgbClr val="F7FB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defRPr>
                </a:pPr>
                <a:r>
                  <a:rPr sz="750" b="1">
                    <a:solidFill>
                      <a:srgbClr val="F7FB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星间巨构</a:t>
                </a:r>
                <a:endParaRPr sz="75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38" name="/root/HangarPopup/Panel/FamilyFilterBar/ParadiseButton-text"/>
              <p:cNvSpPr>
                <a:spLocks noGrp="1"/>
              </p:cNvSpPr>
              <p:nvPr/>
            </p:nvSpPr>
            <p:spPr>
              <a:xfrm>
                <a:off x="8400" y="3960"/>
                <a:ext cx="1300" cy="48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anchor="ctr"/>
              <a:lstStyle/>
              <a:p>
                <a:pPr algn="ctr">
                  <a:defRPr sz="750" b="1">
                    <a:solidFill>
                      <a:srgbClr val="F7FB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defRPr>
                </a:pPr>
                <a:r>
                  <a:rPr sz="750" b="1">
                    <a:solidFill>
                      <a:srgbClr val="F7FB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天堂号</a:t>
                </a:r>
                <a:endParaRPr sz="75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40" name="/root/HangarPopup/Panel/FamilyFilterBar/WarpedButton-text"/>
              <p:cNvSpPr>
                <a:spLocks noGrp="1"/>
              </p:cNvSpPr>
              <p:nvPr/>
            </p:nvSpPr>
            <p:spPr>
              <a:xfrm>
                <a:off x="9780" y="3960"/>
                <a:ext cx="1400" cy="48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anchor="ctr"/>
              <a:lstStyle/>
              <a:p>
                <a:pPr algn="ctr">
                  <a:defRPr sz="750" b="1">
                    <a:solidFill>
                      <a:srgbClr val="F7FB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defRPr>
                </a:pPr>
                <a:r>
                  <a:rPr sz="750" b="1">
                    <a:solidFill>
                      <a:srgbClr val="F7FB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扭曲星核</a:t>
                </a:r>
                <a:endParaRPr sz="75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42" name="/root/HangarPopup/Panel/FamilyFilterBar/HellEyeButton-text"/>
              <p:cNvSpPr>
                <a:spLocks noGrp="1"/>
              </p:cNvSpPr>
              <p:nvPr/>
            </p:nvSpPr>
            <p:spPr>
              <a:xfrm>
                <a:off x="11260" y="3960"/>
                <a:ext cx="1400" cy="48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anchor="ctr"/>
              <a:lstStyle/>
              <a:p>
                <a:pPr algn="ctr">
                  <a:defRPr sz="750" b="1">
                    <a:solidFill>
                      <a:srgbClr val="F7FB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defRPr>
                </a:pPr>
                <a:r>
                  <a:rPr sz="750" b="1">
                    <a:solidFill>
                      <a:srgbClr val="F7FB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地狱之眼</a:t>
                </a:r>
                <a:endParaRPr sz="75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44" name="/root/HangarPopup/Panel/FamilyFilterBar/DivineButton-text"/>
              <p:cNvSpPr>
                <a:spLocks noGrp="1"/>
              </p:cNvSpPr>
              <p:nvPr/>
            </p:nvSpPr>
            <p:spPr>
              <a:xfrm>
                <a:off x="12740" y="3960"/>
                <a:ext cx="1400" cy="48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anchor="ctr"/>
              <a:lstStyle/>
              <a:p>
                <a:pPr algn="ctr">
                  <a:defRPr sz="750" b="1">
                    <a:solidFill>
                      <a:srgbClr val="F7FB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defRPr>
                </a:pPr>
                <a:r>
                  <a:rPr sz="750" b="1">
                    <a:solidFill>
                      <a:srgbClr val="F7FB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神明使者</a:t>
                </a:r>
                <a:endParaRPr sz="75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46" name="/root/HangarPopup/Panel/FamilyFilterBar/GeneralButton-text"/>
              <p:cNvSpPr>
                <a:spLocks noGrp="1"/>
              </p:cNvSpPr>
              <p:nvPr/>
            </p:nvSpPr>
            <p:spPr>
              <a:xfrm>
                <a:off x="14220" y="3960"/>
                <a:ext cx="1300" cy="48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anchor="ctr"/>
              <a:lstStyle/>
              <a:p>
                <a:pPr algn="ctr">
                  <a:defRPr sz="750" b="1">
                    <a:solidFill>
                      <a:srgbClr val="F7FB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defRPr>
                </a:pPr>
                <a:r>
                  <a:rPr sz="750" b="1">
                    <a:solidFill>
                      <a:srgbClr val="F7FB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通用</a:t>
                </a:r>
                <a:endParaRPr sz="75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sp>
        <p:nvSpPr>
          <p:cNvPr id="57" name="/root/HangarPopup/Panel/FooterLine"/>
          <p:cNvSpPr>
            <a:spLocks noGrp="1"/>
          </p:cNvSpPr>
          <p:nvPr/>
        </p:nvSpPr>
        <p:spPr>
          <a:xfrm>
            <a:off x="2844800" y="5549900"/>
            <a:ext cx="7010400" cy="12700"/>
          </a:xfrm>
          <a:prstGeom prst="rect">
            <a:avLst/>
          </a:prstGeom>
          <a:solidFill>
            <a:srgbClr val="FFB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/root/HangarPopup/Panel/MessageLabel"/>
          <p:cNvSpPr>
            <a:spLocks noGrp="1"/>
          </p:cNvSpPr>
          <p:nvPr/>
        </p:nvSpPr>
        <p:spPr>
          <a:xfrm>
            <a:off x="2870200" y="5626100"/>
            <a:ext cx="5257800" cy="355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59" name="/root/HangarPopup/Panel/CloseButton"/>
          <p:cNvSpPr>
            <a:spLocks noGrp="1"/>
          </p:cNvSpPr>
          <p:nvPr/>
        </p:nvSpPr>
        <p:spPr>
          <a:xfrm>
            <a:off x="10128250" y="6236970"/>
            <a:ext cx="1524000" cy="355600"/>
          </a:xfrm>
          <a:prstGeom prst="roundRect">
            <a:avLst>
              <a:gd name="adj" fmla="val 21429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60" name="/root/HangarPopup/Panel/CloseButton-text"/>
          <p:cNvSpPr>
            <a:spLocks noGrp="1"/>
          </p:cNvSpPr>
          <p:nvPr/>
        </p:nvSpPr>
        <p:spPr>
          <a:xfrm>
            <a:off x="10128250" y="6237605"/>
            <a:ext cx="1524000" cy="355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1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1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关闭</a:t>
            </a:r>
            <a:endParaRPr sz="11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2" name="/root/ShopPopup/Panel/HeaderAccent"/>
          <p:cNvSpPr>
            <a:spLocks noGrp="1"/>
          </p:cNvSpPr>
          <p:nvPr/>
        </p:nvSpPr>
        <p:spPr>
          <a:xfrm flipV="1">
            <a:off x="864235" y="700405"/>
            <a:ext cx="10428605" cy="76200"/>
          </a:xfrm>
          <a:prstGeom prst="rect">
            <a:avLst/>
          </a:prstGeom>
          <a:solidFill>
            <a:srgbClr val="FF4F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/root/ShopPopup/Panel/TitleLabel"/>
          <p:cNvSpPr>
            <a:spLocks noGrp="1"/>
          </p:cNvSpPr>
          <p:nvPr/>
        </p:nvSpPr>
        <p:spPr>
          <a:xfrm>
            <a:off x="983615" y="908685"/>
            <a:ext cx="4394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 anchorCtr="0"/>
          <a:lstStyle/>
          <a:p>
            <a:pPr algn="l">
              <a:defRPr sz="16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lang="zh-CN" sz="24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装配</a:t>
            </a:r>
            <a:endParaRPr lang="zh-CN" sz="24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1056005" y="1501140"/>
            <a:ext cx="914400" cy="9144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/root/ShopPopup/Panel"/>
          <p:cNvSpPr>
            <a:spLocks noGrp="1"/>
          </p:cNvSpPr>
          <p:nvPr/>
        </p:nvSpPr>
        <p:spPr>
          <a:xfrm>
            <a:off x="6235700" y="1501140"/>
            <a:ext cx="5004435" cy="3316605"/>
          </a:xfrm>
          <a:prstGeom prst="roundRect">
            <a:avLst>
              <a:gd name="adj" fmla="val 1538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73" name="圆角矩形 72"/>
          <p:cNvSpPr/>
          <p:nvPr/>
        </p:nvSpPr>
        <p:spPr>
          <a:xfrm>
            <a:off x="6235700" y="908685"/>
            <a:ext cx="1008380" cy="4324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武器</a:t>
            </a:r>
            <a:endParaRPr lang="zh-CN" altLang="en-US"/>
          </a:p>
        </p:txBody>
      </p:sp>
      <p:sp>
        <p:nvSpPr>
          <p:cNvPr id="74" name="圆角矩形 73"/>
          <p:cNvSpPr/>
          <p:nvPr/>
        </p:nvSpPr>
        <p:spPr>
          <a:xfrm>
            <a:off x="7392670" y="908685"/>
            <a:ext cx="1008380" cy="4324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辅助机</a:t>
            </a:r>
            <a:endParaRPr lang="zh-CN" altLang="en-US"/>
          </a:p>
        </p:txBody>
      </p:sp>
      <p:sp>
        <p:nvSpPr>
          <p:cNvPr id="75" name="/root/ShopPopup/Panel"/>
          <p:cNvSpPr>
            <a:spLocks noGrp="1"/>
          </p:cNvSpPr>
          <p:nvPr/>
        </p:nvSpPr>
        <p:spPr>
          <a:xfrm>
            <a:off x="911860" y="2564765"/>
            <a:ext cx="5005070" cy="2252345"/>
          </a:xfrm>
          <a:prstGeom prst="roundRect">
            <a:avLst>
              <a:gd name="adj" fmla="val 1538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76" name="文本框 75"/>
          <p:cNvSpPr txBox="1"/>
          <p:nvPr/>
        </p:nvSpPr>
        <p:spPr>
          <a:xfrm>
            <a:off x="2063750" y="150114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武器名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063750" y="1961515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bg1"/>
                </a:solidFill>
              </a:rPr>
              <a:t>武器实际效果实际效果</a:t>
            </a:r>
            <a:r>
              <a:rPr lang="zh-CN" altLang="en-US" sz="1200">
                <a:solidFill>
                  <a:schemeClr val="bg1"/>
                </a:solidFill>
              </a:rPr>
              <a:t>实际效果</a:t>
            </a:r>
            <a:endParaRPr lang="zh-CN" altLang="en-US" sz="1200">
              <a:solidFill>
                <a:schemeClr val="bg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498590" y="3573145"/>
            <a:ext cx="4449445" cy="847090"/>
            <a:chOff x="1775" y="2452"/>
            <a:chExt cx="7007" cy="1334"/>
          </a:xfrm>
        </p:grpSpPr>
        <p:sp>
          <p:nvSpPr>
            <p:cNvPr id="7" name="圆角矩形 6"/>
            <p:cNvSpPr/>
            <p:nvPr/>
          </p:nvSpPr>
          <p:spPr>
            <a:xfrm>
              <a:off x="3137" y="3032"/>
              <a:ext cx="5645" cy="75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>
                <a:lnSpc>
                  <a:spcPct val="100000"/>
                </a:lnSpc>
              </a:pPr>
              <a:r>
                <a:rPr lang="zh-CN" altLang="en-US" sz="1200"/>
                <a:t>特效特效特效</a:t>
              </a:r>
              <a:endParaRPr lang="zh-CN" altLang="en-US" sz="1200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1775" y="2652"/>
              <a:ext cx="1174" cy="113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zh-CN">
                  <a:ea typeface="SimSun" panose="02010600030101010101" pitchFamily="2" charset="-122"/>
                </a:rPr>
                <a:t>图标</a:t>
              </a:r>
              <a:endParaRPr lang="zh-CN" altLang="zh-CN">
                <a:ea typeface="SimSun" panose="02010600030101010101" pitchFamily="2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063" y="2452"/>
              <a:ext cx="351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chemeClr val="bg1"/>
                  </a:solidFill>
                </a:rPr>
                <a:t>装备名称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498590" y="2637155"/>
            <a:ext cx="4449445" cy="847090"/>
            <a:chOff x="1775" y="2452"/>
            <a:chExt cx="7007" cy="1334"/>
          </a:xfrm>
        </p:grpSpPr>
        <p:sp>
          <p:nvSpPr>
            <p:cNvPr id="32" name="圆角矩形 31"/>
            <p:cNvSpPr/>
            <p:nvPr/>
          </p:nvSpPr>
          <p:spPr>
            <a:xfrm>
              <a:off x="3137" y="3032"/>
              <a:ext cx="5645" cy="75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>
                <a:lnSpc>
                  <a:spcPct val="100000"/>
                </a:lnSpc>
              </a:pPr>
              <a:r>
                <a:rPr lang="zh-CN" altLang="en-US" sz="1200"/>
                <a:t>特效特效特效</a:t>
              </a:r>
              <a:endParaRPr lang="zh-CN" altLang="en-US" sz="1200"/>
            </a:p>
          </p:txBody>
        </p:sp>
        <p:sp>
          <p:nvSpPr>
            <p:cNvPr id="47" name="圆角矩形 46"/>
            <p:cNvSpPr/>
            <p:nvPr/>
          </p:nvSpPr>
          <p:spPr>
            <a:xfrm>
              <a:off x="1775" y="2652"/>
              <a:ext cx="1174" cy="113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zh-CN">
                  <a:ea typeface="SimSun" panose="02010600030101010101" pitchFamily="2" charset="-122"/>
                </a:rPr>
                <a:t>图标</a:t>
              </a:r>
              <a:endParaRPr lang="zh-CN" altLang="zh-CN">
                <a:ea typeface="SimSun" panose="02010600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3063" y="2452"/>
              <a:ext cx="351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chemeClr val="bg1"/>
                  </a:solidFill>
                </a:rPr>
                <a:t>装备名称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6515100" y="1700530"/>
            <a:ext cx="4449445" cy="847090"/>
            <a:chOff x="1775" y="2452"/>
            <a:chExt cx="7007" cy="1334"/>
          </a:xfrm>
        </p:grpSpPr>
        <p:sp>
          <p:nvSpPr>
            <p:cNvPr id="50" name="圆角矩形 49"/>
            <p:cNvSpPr/>
            <p:nvPr/>
          </p:nvSpPr>
          <p:spPr>
            <a:xfrm>
              <a:off x="3137" y="3032"/>
              <a:ext cx="5645" cy="75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>
                <a:lnSpc>
                  <a:spcPct val="100000"/>
                </a:lnSpc>
              </a:pPr>
              <a:r>
                <a:rPr lang="zh-CN" altLang="en-US" sz="1200"/>
                <a:t>特效特效特效</a:t>
              </a:r>
              <a:endParaRPr lang="zh-CN" altLang="en-US" sz="1200"/>
            </a:p>
          </p:txBody>
        </p:sp>
        <p:sp>
          <p:nvSpPr>
            <p:cNvPr id="51" name="圆角矩形 50"/>
            <p:cNvSpPr/>
            <p:nvPr/>
          </p:nvSpPr>
          <p:spPr>
            <a:xfrm>
              <a:off x="1775" y="2652"/>
              <a:ext cx="1174" cy="113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zh-CN">
                  <a:ea typeface="SimSun" panose="02010600030101010101" pitchFamily="2" charset="-122"/>
                </a:rPr>
                <a:t>图标</a:t>
              </a:r>
              <a:endParaRPr lang="zh-CN" altLang="zh-CN">
                <a:ea typeface="SimSun" panose="02010600030101010101" pitchFamily="2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3063" y="2452"/>
              <a:ext cx="351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chemeClr val="bg1"/>
                  </a:solidFill>
                </a:rPr>
                <a:t>装备名称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271905" y="2726055"/>
            <a:ext cx="4449445" cy="847090"/>
            <a:chOff x="1775" y="2452"/>
            <a:chExt cx="7007" cy="1334"/>
          </a:xfrm>
        </p:grpSpPr>
        <p:sp>
          <p:nvSpPr>
            <p:cNvPr id="54" name="圆角矩形 53"/>
            <p:cNvSpPr/>
            <p:nvPr/>
          </p:nvSpPr>
          <p:spPr>
            <a:xfrm>
              <a:off x="3137" y="3032"/>
              <a:ext cx="5645" cy="75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t" anchorCtr="0"/>
            <a:p>
              <a:pPr algn="l">
                <a:lnSpc>
                  <a:spcPct val="100000"/>
                </a:lnSpc>
              </a:pPr>
              <a:r>
                <a:rPr lang="zh-CN" altLang="en-US" sz="1200"/>
                <a:t>特效特效特效</a:t>
              </a:r>
              <a:endParaRPr lang="zh-CN" altLang="en-US" sz="1200"/>
            </a:p>
          </p:txBody>
        </p:sp>
        <p:sp>
          <p:nvSpPr>
            <p:cNvPr id="55" name="圆角矩形 54"/>
            <p:cNvSpPr/>
            <p:nvPr/>
          </p:nvSpPr>
          <p:spPr>
            <a:xfrm>
              <a:off x="1775" y="2652"/>
              <a:ext cx="1174" cy="113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zh-CN">
                  <a:ea typeface="SimSun" panose="02010600030101010101" pitchFamily="2" charset="-122"/>
                </a:rPr>
                <a:t>图标</a:t>
              </a:r>
              <a:endParaRPr lang="zh-CN" altLang="zh-CN">
                <a:ea typeface="SimSun" panose="02010600030101010101" pitchFamily="2" charset="-122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3063" y="2452"/>
              <a:ext cx="351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chemeClr val="bg1"/>
                  </a:solidFill>
                </a:rPr>
                <a:t>装备名称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EquipmentArchivePopup/Shad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/root/EquipmentArchivePopup/Panel"/>
          <p:cNvSpPr>
            <a:spLocks noGrp="1"/>
          </p:cNvSpPr>
          <p:nvPr/>
        </p:nvSpPr>
        <p:spPr>
          <a:xfrm>
            <a:off x="2540000" y="762000"/>
            <a:ext cx="7112000" cy="5334000"/>
          </a:xfrm>
          <a:prstGeom prst="roundRect">
            <a:avLst>
              <a:gd name="adj" fmla="val 1429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4" name="/root/EquipmentArchivePopup/Panel/HeaderAccent"/>
          <p:cNvSpPr>
            <a:spLocks noGrp="1"/>
          </p:cNvSpPr>
          <p:nvPr/>
        </p:nvSpPr>
        <p:spPr>
          <a:xfrm>
            <a:off x="2692400" y="901700"/>
            <a:ext cx="6807200" cy="25400"/>
          </a:xfrm>
          <a:prstGeom prst="rect">
            <a:avLst/>
          </a:prstGeom>
          <a:solidFill>
            <a:srgbClr val="FF4F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/root/EquipmentArchivePopup/Panel/TitleLabel"/>
          <p:cNvSpPr>
            <a:spLocks noGrp="1"/>
          </p:cNvSpPr>
          <p:nvPr/>
        </p:nvSpPr>
        <p:spPr>
          <a:xfrm>
            <a:off x="2717800" y="1028700"/>
            <a:ext cx="6756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6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6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方舟核心 / 纹章档案</a:t>
            </a:r>
            <a:endParaRPr sz="16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/root/EquipmentArchivePopup/Panel/SummaryLabel"/>
          <p:cNvSpPr>
            <a:spLocks noGrp="1"/>
          </p:cNvSpPr>
          <p:nvPr/>
        </p:nvSpPr>
        <p:spPr>
          <a:xfrm>
            <a:off x="2717800" y="1333500"/>
            <a:ext cx="6756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000" b="0">
                <a:solidFill>
                  <a:srgbClr val="52E8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000" b="0">
                <a:solidFill>
                  <a:srgbClr val="52E8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纹章档案 / 已入库 0 / 武器 0 / 辅助机 0</a:t>
            </a:r>
            <a:endParaRPr sz="1000" b="0">
              <a:solidFill>
                <a:srgbClr val="52E8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/root/EquipmentArchivePopup/Panel/HintLabel"/>
          <p:cNvSpPr>
            <a:spLocks noGrp="1"/>
          </p:cNvSpPr>
          <p:nvPr/>
        </p:nvSpPr>
        <p:spPr>
          <a:xfrm>
            <a:off x="2717800" y="1549400"/>
            <a:ext cx="6756400" cy="177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B8C9D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0">
                <a:solidFill>
                  <a:srgbClr val="B8C9D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方舟保存所有已识别纹章信号，未入库条目会等待后续航路回收。</a:t>
            </a:r>
            <a:endParaRPr sz="900" b="0">
              <a:solidFill>
                <a:srgbClr val="B8C9D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" name="/root/EquipmentArchivePopup/Panel/TypeFilterBar"/>
          <p:cNvSpPr>
            <a:spLocks noGrp="1"/>
          </p:cNvSpPr>
          <p:nvPr/>
        </p:nvSpPr>
        <p:spPr>
          <a:xfrm>
            <a:off x="2717800" y="1803400"/>
            <a:ext cx="6756400" cy="292100"/>
          </a:xfrm>
          <a:prstGeom prst="roundRect">
            <a:avLst>
              <a:gd name="adj" fmla="val 26087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9" name="/root/EquipmentArchivePopup/Panel/TypeFilterBar/AllButton"/>
          <p:cNvSpPr>
            <a:spLocks noGrp="1"/>
          </p:cNvSpPr>
          <p:nvPr/>
        </p:nvSpPr>
        <p:spPr>
          <a:xfrm>
            <a:off x="2717800" y="1803400"/>
            <a:ext cx="812800" cy="292100"/>
          </a:xfrm>
          <a:prstGeom prst="roundRect">
            <a:avLst>
              <a:gd name="adj" fmla="val 26087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0" name="/root/EquipmentArchivePopup/Panel/TypeFilterBar/AllButton-text"/>
          <p:cNvSpPr>
            <a:spLocks noGrp="1"/>
          </p:cNvSpPr>
          <p:nvPr/>
        </p:nvSpPr>
        <p:spPr>
          <a:xfrm>
            <a:off x="2717800" y="1803400"/>
            <a:ext cx="812800" cy="29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全库</a:t>
            </a:r>
            <a:endParaRPr sz="9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1" name="/root/EquipmentArchivePopup/Panel/TypeFilterBar/WeaponButton"/>
          <p:cNvSpPr>
            <a:spLocks noGrp="1"/>
          </p:cNvSpPr>
          <p:nvPr/>
        </p:nvSpPr>
        <p:spPr>
          <a:xfrm>
            <a:off x="3606800" y="1803400"/>
            <a:ext cx="812800" cy="292100"/>
          </a:xfrm>
          <a:prstGeom prst="roundRect">
            <a:avLst>
              <a:gd name="adj" fmla="val 26087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2" name="/root/EquipmentArchivePopup/Panel/TypeFilterBar/WeaponButton-text"/>
          <p:cNvSpPr>
            <a:spLocks noGrp="1"/>
          </p:cNvSpPr>
          <p:nvPr/>
        </p:nvSpPr>
        <p:spPr>
          <a:xfrm>
            <a:off x="3606800" y="1803400"/>
            <a:ext cx="812800" cy="29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武器</a:t>
            </a:r>
            <a:endParaRPr sz="9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" name="/root/EquipmentArchivePopup/Panel/TypeFilterBar/AuxButton"/>
          <p:cNvSpPr>
            <a:spLocks noGrp="1"/>
          </p:cNvSpPr>
          <p:nvPr/>
        </p:nvSpPr>
        <p:spPr>
          <a:xfrm>
            <a:off x="4495800" y="1803400"/>
            <a:ext cx="812800" cy="292100"/>
          </a:xfrm>
          <a:prstGeom prst="roundRect">
            <a:avLst>
              <a:gd name="adj" fmla="val 26087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4" name="/root/EquipmentArchivePopup/Panel/TypeFilterBar/AuxButton-text"/>
          <p:cNvSpPr>
            <a:spLocks noGrp="1"/>
          </p:cNvSpPr>
          <p:nvPr/>
        </p:nvSpPr>
        <p:spPr>
          <a:xfrm>
            <a:off x="4495800" y="1803400"/>
            <a:ext cx="812800" cy="29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辅助机</a:t>
            </a:r>
            <a:endParaRPr sz="9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5" name="/root/EquipmentArchivePopup/Panel/FamilyFilterBar"/>
          <p:cNvSpPr>
            <a:spLocks noGrp="1"/>
          </p:cNvSpPr>
          <p:nvPr/>
        </p:nvSpPr>
        <p:spPr>
          <a:xfrm>
            <a:off x="2717800" y="2171700"/>
            <a:ext cx="6756400" cy="292100"/>
          </a:xfrm>
          <a:prstGeom prst="roundRect">
            <a:avLst>
              <a:gd name="adj" fmla="val 26087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16" name="/root/EquipmentArchivePopup/Panel/FamilyFilterBar/AllButton"/>
          <p:cNvSpPr>
            <a:spLocks noGrp="1"/>
          </p:cNvSpPr>
          <p:nvPr/>
        </p:nvSpPr>
        <p:spPr>
          <a:xfrm>
            <a:off x="2717800" y="2171700"/>
            <a:ext cx="660400" cy="292100"/>
          </a:xfrm>
          <a:prstGeom prst="roundRect">
            <a:avLst>
              <a:gd name="adj" fmla="val 26087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7" name="/root/EquipmentArchivePopup/Panel/FamilyFilterBar/AllButton-text"/>
          <p:cNvSpPr>
            <a:spLocks noGrp="1"/>
          </p:cNvSpPr>
          <p:nvPr/>
        </p:nvSpPr>
        <p:spPr>
          <a:xfrm>
            <a:off x="2717800" y="2171700"/>
            <a:ext cx="660400" cy="29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全部</a:t>
            </a:r>
            <a:endParaRPr sz="8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8" name="/root/EquipmentArchivePopup/Panel/FamilyFilterBar/ColossusButton"/>
          <p:cNvSpPr>
            <a:spLocks noGrp="1"/>
          </p:cNvSpPr>
          <p:nvPr/>
        </p:nvSpPr>
        <p:spPr>
          <a:xfrm>
            <a:off x="3429000" y="2171700"/>
            <a:ext cx="838200" cy="292100"/>
          </a:xfrm>
          <a:prstGeom prst="roundRect">
            <a:avLst>
              <a:gd name="adj" fmla="val 26087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9" name="/root/EquipmentArchivePopup/Panel/FamilyFilterBar/ColossusButton-text"/>
          <p:cNvSpPr>
            <a:spLocks noGrp="1"/>
          </p:cNvSpPr>
          <p:nvPr/>
        </p:nvSpPr>
        <p:spPr>
          <a:xfrm>
            <a:off x="3429000" y="2171700"/>
            <a:ext cx="838200" cy="29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星间巨构</a:t>
            </a:r>
            <a:endParaRPr sz="8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0" name="/root/EquipmentArchivePopup/Panel/FamilyFilterBar/ParadiseButton"/>
          <p:cNvSpPr>
            <a:spLocks noGrp="1"/>
          </p:cNvSpPr>
          <p:nvPr/>
        </p:nvSpPr>
        <p:spPr>
          <a:xfrm>
            <a:off x="4318000" y="2171700"/>
            <a:ext cx="711200" cy="292100"/>
          </a:xfrm>
          <a:prstGeom prst="roundRect">
            <a:avLst>
              <a:gd name="adj" fmla="val 26087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21" name="/root/EquipmentArchivePopup/Panel/FamilyFilterBar/ParadiseButton-text"/>
          <p:cNvSpPr>
            <a:spLocks noGrp="1"/>
          </p:cNvSpPr>
          <p:nvPr/>
        </p:nvSpPr>
        <p:spPr>
          <a:xfrm>
            <a:off x="4318000" y="2171700"/>
            <a:ext cx="711200" cy="29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天堂号</a:t>
            </a:r>
            <a:endParaRPr sz="8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2" name="/root/EquipmentArchivePopup/Panel/FamilyFilterBar/WarpedButton"/>
          <p:cNvSpPr>
            <a:spLocks noGrp="1"/>
          </p:cNvSpPr>
          <p:nvPr/>
        </p:nvSpPr>
        <p:spPr>
          <a:xfrm>
            <a:off x="5080000" y="2171700"/>
            <a:ext cx="838200" cy="292100"/>
          </a:xfrm>
          <a:prstGeom prst="roundRect">
            <a:avLst>
              <a:gd name="adj" fmla="val 26087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23" name="/root/EquipmentArchivePopup/Panel/FamilyFilterBar/WarpedButton-text"/>
          <p:cNvSpPr>
            <a:spLocks noGrp="1"/>
          </p:cNvSpPr>
          <p:nvPr/>
        </p:nvSpPr>
        <p:spPr>
          <a:xfrm>
            <a:off x="5080000" y="2171700"/>
            <a:ext cx="838200" cy="29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扭曲星核</a:t>
            </a:r>
            <a:endParaRPr sz="8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4" name="/root/EquipmentArchivePopup/Panel/FamilyFilterBar/HellEyeButton"/>
          <p:cNvSpPr>
            <a:spLocks noGrp="1"/>
          </p:cNvSpPr>
          <p:nvPr/>
        </p:nvSpPr>
        <p:spPr>
          <a:xfrm>
            <a:off x="5969000" y="2171700"/>
            <a:ext cx="838200" cy="292100"/>
          </a:xfrm>
          <a:prstGeom prst="roundRect">
            <a:avLst>
              <a:gd name="adj" fmla="val 26087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25" name="/root/EquipmentArchivePopup/Panel/FamilyFilterBar/HellEyeButton-text"/>
          <p:cNvSpPr>
            <a:spLocks noGrp="1"/>
          </p:cNvSpPr>
          <p:nvPr/>
        </p:nvSpPr>
        <p:spPr>
          <a:xfrm>
            <a:off x="5969000" y="2171700"/>
            <a:ext cx="838200" cy="29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地狱之眼</a:t>
            </a:r>
            <a:endParaRPr sz="8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6" name="/root/EquipmentArchivePopup/Panel/FamilyFilterBar/DivineButton"/>
          <p:cNvSpPr>
            <a:spLocks noGrp="1"/>
          </p:cNvSpPr>
          <p:nvPr/>
        </p:nvSpPr>
        <p:spPr>
          <a:xfrm>
            <a:off x="6858000" y="2171700"/>
            <a:ext cx="838200" cy="292100"/>
          </a:xfrm>
          <a:prstGeom prst="roundRect">
            <a:avLst>
              <a:gd name="adj" fmla="val 26087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27" name="/root/EquipmentArchivePopup/Panel/FamilyFilterBar/DivineButton-text"/>
          <p:cNvSpPr>
            <a:spLocks noGrp="1"/>
          </p:cNvSpPr>
          <p:nvPr/>
        </p:nvSpPr>
        <p:spPr>
          <a:xfrm>
            <a:off x="6858000" y="2171700"/>
            <a:ext cx="838200" cy="29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神明使者</a:t>
            </a:r>
            <a:endParaRPr sz="8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8" name="/root/EquipmentArchivePopup/Panel/FamilyFilterBar/GeneralButton"/>
          <p:cNvSpPr>
            <a:spLocks noGrp="1"/>
          </p:cNvSpPr>
          <p:nvPr/>
        </p:nvSpPr>
        <p:spPr>
          <a:xfrm>
            <a:off x="7747000" y="2171700"/>
            <a:ext cx="660400" cy="292100"/>
          </a:xfrm>
          <a:prstGeom prst="roundRect">
            <a:avLst>
              <a:gd name="adj" fmla="val 26087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29" name="/root/EquipmentArchivePopup/Panel/FamilyFilterBar/GeneralButton-text"/>
          <p:cNvSpPr>
            <a:spLocks noGrp="1"/>
          </p:cNvSpPr>
          <p:nvPr/>
        </p:nvSpPr>
        <p:spPr>
          <a:xfrm>
            <a:off x="7747000" y="2171700"/>
            <a:ext cx="660400" cy="29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8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通用</a:t>
            </a:r>
            <a:endParaRPr sz="8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0" name="/root/EquipmentArchivePopup/Panel/ItemsFrame"/>
          <p:cNvSpPr>
            <a:spLocks noGrp="1"/>
          </p:cNvSpPr>
          <p:nvPr/>
        </p:nvSpPr>
        <p:spPr>
          <a:xfrm>
            <a:off x="2717800" y="2578100"/>
            <a:ext cx="6756400" cy="2806700"/>
          </a:xfrm>
          <a:prstGeom prst="roundRect">
            <a:avLst>
              <a:gd name="adj" fmla="val 2715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31" name="/root/EquipmentArchivePopup/Panel/FooterLine"/>
          <p:cNvSpPr>
            <a:spLocks noGrp="1"/>
          </p:cNvSpPr>
          <p:nvPr/>
        </p:nvSpPr>
        <p:spPr>
          <a:xfrm>
            <a:off x="2717800" y="5486400"/>
            <a:ext cx="6756400" cy="12700"/>
          </a:xfrm>
          <a:prstGeom prst="rect">
            <a:avLst/>
          </a:prstGeom>
          <a:solidFill>
            <a:srgbClr val="FFB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/root/EquipmentArchivePopup/Panel/MessageLabel"/>
          <p:cNvSpPr>
            <a:spLocks noGrp="1"/>
          </p:cNvSpPr>
          <p:nvPr/>
        </p:nvSpPr>
        <p:spPr>
          <a:xfrm>
            <a:off x="2743200" y="5562600"/>
            <a:ext cx="5003800" cy="355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D1E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0">
                <a:solidFill>
                  <a:srgbClr val="D1E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档案只读，装配请前往机库。</a:t>
            </a:r>
            <a:endParaRPr sz="900" b="0">
              <a:solidFill>
                <a:srgbClr val="D1E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3" name="/root/EquipmentArchivePopup/Panel/CloseButton"/>
          <p:cNvSpPr>
            <a:spLocks noGrp="1"/>
          </p:cNvSpPr>
          <p:nvPr/>
        </p:nvSpPr>
        <p:spPr>
          <a:xfrm>
            <a:off x="7950200" y="5549900"/>
            <a:ext cx="1524000" cy="355600"/>
          </a:xfrm>
          <a:prstGeom prst="roundRect">
            <a:avLst>
              <a:gd name="adj" fmla="val 21429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34" name="/root/EquipmentArchivePopup/Panel/CloseButton-text"/>
          <p:cNvSpPr>
            <a:spLocks noGrp="1"/>
          </p:cNvSpPr>
          <p:nvPr/>
        </p:nvSpPr>
        <p:spPr>
          <a:xfrm>
            <a:off x="7950200" y="5549900"/>
            <a:ext cx="1524000" cy="355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1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1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关闭</a:t>
            </a:r>
            <a:endParaRPr sz="11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EventChoicePopup/Shad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/>
          <p:nvPr/>
        </p:nvSpPr>
        <p:spPr>
          <a:xfrm>
            <a:off x="0" y="0"/>
            <a:ext cx="12178665" cy="68446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/root/EventChoicePopup/Panel/HeaderAccent"/>
          <p:cNvSpPr>
            <a:spLocks noGrp="1"/>
          </p:cNvSpPr>
          <p:nvPr/>
        </p:nvSpPr>
        <p:spPr>
          <a:xfrm flipV="1">
            <a:off x="335915" y="222250"/>
            <a:ext cx="11503660" cy="76200"/>
          </a:xfrm>
          <a:prstGeom prst="rect">
            <a:avLst/>
          </a:prstGeom>
          <a:solidFill>
            <a:srgbClr val="52E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/root/EventChoicePopup/Panel/TitleLabel"/>
          <p:cNvSpPr>
            <a:spLocks noGrp="1"/>
          </p:cNvSpPr>
          <p:nvPr/>
        </p:nvSpPr>
        <p:spPr>
          <a:xfrm>
            <a:off x="623570" y="404495"/>
            <a:ext cx="5003800" cy="536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 anchorCtr="0"/>
          <a:lstStyle/>
          <a:p>
            <a:pPr algn="l">
              <a:defRPr sz="15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0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事件方案选择</a:t>
            </a:r>
            <a:endParaRPr sz="20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/root/EventChoicePopup/Panel/MetaLabel"/>
          <p:cNvSpPr>
            <a:spLocks noGrp="1"/>
          </p:cNvSpPr>
          <p:nvPr/>
        </p:nvSpPr>
        <p:spPr>
          <a:xfrm>
            <a:off x="4224020" y="-387350"/>
            <a:ext cx="487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A3C2D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0">
                <a:solidFill>
                  <a:srgbClr val="A3C2D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阶层一 / 情报 / 流派</a:t>
            </a:r>
            <a:endParaRPr sz="900" b="0">
              <a:solidFill>
                <a:srgbClr val="A3C2D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/root/EventChoicePopup/Panel/CloseButton"/>
          <p:cNvSpPr>
            <a:spLocks noGrp="1"/>
          </p:cNvSpPr>
          <p:nvPr/>
        </p:nvSpPr>
        <p:spPr>
          <a:xfrm>
            <a:off x="8472170" y="-459740"/>
            <a:ext cx="1524000" cy="355600"/>
          </a:xfrm>
          <a:prstGeom prst="roundRect">
            <a:avLst>
              <a:gd name="adj" fmla="val 21429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8" name="/root/EventChoicePopup/Panel/CloseButton-text"/>
          <p:cNvSpPr>
            <a:spLocks noGrp="1"/>
          </p:cNvSpPr>
          <p:nvPr/>
        </p:nvSpPr>
        <p:spPr>
          <a:xfrm>
            <a:off x="8472170" y="-459740"/>
            <a:ext cx="1524000" cy="355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lang="zh-CN" sz="105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不处理</a:t>
            </a:r>
            <a:endParaRPr lang="zh-CN" sz="105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04380" y="4293235"/>
            <a:ext cx="4837430" cy="236283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bg1"/>
                </a:solidFill>
                <a:sym typeface="+mn-ea"/>
              </a:rPr>
              <a:t>事件风味文本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事件风味文本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  <a:p>
            <a:r>
              <a:rPr lang="zh-CN" altLang="en-US" sz="1400">
                <a:solidFill>
                  <a:schemeClr val="bg1"/>
                </a:solidFill>
                <a:sym typeface="+mn-ea"/>
              </a:rPr>
              <a:t>事件风味文本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  <a:p>
            <a:r>
              <a:rPr lang="zh-CN" altLang="en-US" sz="1400">
                <a:solidFill>
                  <a:schemeClr val="bg1"/>
                </a:solidFill>
                <a:sym typeface="+mn-ea"/>
              </a:rPr>
              <a:t>事件风味文本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  <a:p>
            <a:r>
              <a:rPr lang="zh-CN" altLang="en-US" sz="1400">
                <a:solidFill>
                  <a:schemeClr val="bg1"/>
                </a:solidFill>
                <a:sym typeface="+mn-ea"/>
              </a:rPr>
              <a:t>事件风味文本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  <a:p>
            <a:r>
              <a:rPr lang="zh-CN" altLang="en-US" sz="1400">
                <a:solidFill>
                  <a:schemeClr val="bg1"/>
                </a:solidFill>
                <a:sym typeface="+mn-ea"/>
              </a:rPr>
              <a:t>事件风味文本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  <a:p>
            <a:r>
              <a:rPr lang="zh-CN" altLang="en-US" sz="1400">
                <a:solidFill>
                  <a:schemeClr val="bg1"/>
                </a:solidFill>
                <a:sym typeface="+mn-ea"/>
              </a:rPr>
              <a:t>事件风味文本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  <a:p>
            <a:r>
              <a:rPr lang="zh-CN" altLang="en-US" sz="1400">
                <a:solidFill>
                  <a:schemeClr val="bg1"/>
                </a:solidFill>
                <a:sym typeface="+mn-ea"/>
              </a:rPr>
              <a:t>事件风味文本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  <a:p>
            <a:r>
              <a:rPr lang="zh-CN" altLang="en-US" sz="1400">
                <a:solidFill>
                  <a:schemeClr val="bg1"/>
                </a:solidFill>
                <a:sym typeface="+mn-ea"/>
              </a:rPr>
              <a:t>事件风味文本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  <a:p>
            <a:r>
              <a:rPr lang="zh-CN" altLang="en-US" sz="1400">
                <a:solidFill>
                  <a:schemeClr val="bg1"/>
                </a:solidFill>
                <a:sym typeface="+mn-ea"/>
              </a:rPr>
              <a:t>事件风味文本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  <a:p>
            <a:r>
              <a:rPr lang="zh-CN" altLang="en-US" sz="1400">
                <a:solidFill>
                  <a:schemeClr val="bg1"/>
                </a:solidFill>
                <a:sym typeface="+mn-ea"/>
              </a:rPr>
              <a:t>事件风味文本</a:t>
            </a:r>
            <a:endParaRPr lang="zh-CN" altLang="en-US" sz="1400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0315575" y="3789045"/>
            <a:ext cx="1524000" cy="355600"/>
            <a:chOff x="16245" y="5967"/>
            <a:chExt cx="2400" cy="560"/>
          </a:xfrm>
        </p:grpSpPr>
        <p:sp>
          <p:nvSpPr>
            <p:cNvPr id="11" name="/root/EventChoicePopup/Panel/CloseButton"/>
            <p:cNvSpPr>
              <a:spLocks noGrp="1"/>
            </p:cNvSpPr>
            <p:nvPr/>
          </p:nvSpPr>
          <p:spPr>
            <a:xfrm>
              <a:off x="16245" y="5967"/>
              <a:ext cx="2400" cy="560"/>
            </a:xfrm>
            <a:prstGeom prst="roundRect">
              <a:avLst>
                <a:gd name="adj" fmla="val 21429"/>
              </a:avLst>
            </a:prstGeom>
            <a:solidFill>
              <a:srgbClr val="381610"/>
            </a:solidFill>
            <a:ln w="9525">
              <a:solidFill>
                <a:srgbClr val="D89423"/>
              </a:solidFill>
              <a:prstDash val="solid"/>
            </a:ln>
          </p:spPr>
        </p:sp>
        <p:sp>
          <p:nvSpPr>
            <p:cNvPr id="12" name="/root/EventChoicePopup/Panel/CloseButton-text"/>
            <p:cNvSpPr>
              <a:spLocks noGrp="1"/>
            </p:cNvSpPr>
            <p:nvPr/>
          </p:nvSpPr>
          <p:spPr>
            <a:xfrm>
              <a:off x="16245" y="5967"/>
              <a:ext cx="2400" cy="56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anchor="ctr"/>
            <a:lstStyle/>
            <a:p>
              <a:pPr algn="r">
                <a:defRPr sz="105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defRPr>
              </a:pPr>
              <a:r>
                <a:rPr lang="zh-CN" sz="105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不处理</a:t>
              </a:r>
              <a:endParaRPr lang="zh-CN" sz="105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0315575" y="3284855"/>
            <a:ext cx="1524000" cy="355600"/>
            <a:chOff x="16245" y="5967"/>
            <a:chExt cx="2400" cy="560"/>
          </a:xfrm>
        </p:grpSpPr>
        <p:sp>
          <p:nvSpPr>
            <p:cNvPr id="15" name="/root/EventChoicePopup/Panel/CloseButton"/>
            <p:cNvSpPr>
              <a:spLocks noGrp="1"/>
            </p:cNvSpPr>
            <p:nvPr/>
          </p:nvSpPr>
          <p:spPr>
            <a:xfrm>
              <a:off x="16245" y="5967"/>
              <a:ext cx="2400" cy="560"/>
            </a:xfrm>
            <a:prstGeom prst="roundRect">
              <a:avLst>
                <a:gd name="adj" fmla="val 21429"/>
              </a:avLst>
            </a:prstGeom>
            <a:solidFill>
              <a:srgbClr val="381610"/>
            </a:solidFill>
            <a:ln w="9525">
              <a:solidFill>
                <a:srgbClr val="D89423"/>
              </a:solidFill>
              <a:prstDash val="solid"/>
            </a:ln>
          </p:spPr>
        </p:sp>
        <p:sp>
          <p:nvSpPr>
            <p:cNvPr id="16" name="/root/EventChoicePopup/Panel/CloseButton-text"/>
            <p:cNvSpPr>
              <a:spLocks noGrp="1"/>
            </p:cNvSpPr>
            <p:nvPr/>
          </p:nvSpPr>
          <p:spPr>
            <a:xfrm>
              <a:off x="16245" y="5967"/>
              <a:ext cx="2400" cy="56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anchor="ctr"/>
            <a:lstStyle/>
            <a:p>
              <a:pPr algn="r">
                <a:defRPr sz="105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defRPr>
              </a:pPr>
              <a:r>
                <a:rPr lang="zh-CN" sz="105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不处理</a:t>
              </a:r>
              <a:endParaRPr lang="zh-CN" sz="105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0315575" y="2780665"/>
            <a:ext cx="1524000" cy="355600"/>
            <a:chOff x="16245" y="5967"/>
            <a:chExt cx="2400" cy="560"/>
          </a:xfrm>
        </p:grpSpPr>
        <p:sp>
          <p:nvSpPr>
            <p:cNvPr id="18" name="/root/EventChoicePopup/Panel/CloseButton"/>
            <p:cNvSpPr>
              <a:spLocks noGrp="1"/>
            </p:cNvSpPr>
            <p:nvPr/>
          </p:nvSpPr>
          <p:spPr>
            <a:xfrm>
              <a:off x="16245" y="5967"/>
              <a:ext cx="2400" cy="560"/>
            </a:xfrm>
            <a:prstGeom prst="roundRect">
              <a:avLst>
                <a:gd name="adj" fmla="val 21429"/>
              </a:avLst>
            </a:prstGeom>
            <a:solidFill>
              <a:srgbClr val="381610"/>
            </a:solidFill>
            <a:ln w="9525">
              <a:solidFill>
                <a:srgbClr val="D89423"/>
              </a:solidFill>
              <a:prstDash val="solid"/>
            </a:ln>
          </p:spPr>
        </p:sp>
        <p:sp>
          <p:nvSpPr>
            <p:cNvPr id="19" name="/root/EventChoicePopup/Panel/CloseButton-text"/>
            <p:cNvSpPr>
              <a:spLocks noGrp="1"/>
            </p:cNvSpPr>
            <p:nvPr/>
          </p:nvSpPr>
          <p:spPr>
            <a:xfrm>
              <a:off x="16245" y="5967"/>
              <a:ext cx="2400" cy="56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anchor="ctr"/>
            <a:lstStyle/>
            <a:p>
              <a:pPr algn="r">
                <a:defRPr sz="105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defRPr>
              </a:pPr>
              <a:r>
                <a:rPr lang="zh-CN" sz="1050" b="1">
                  <a:solidFill>
                    <a:srgbClr val="F7FB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不处理</a:t>
              </a:r>
              <a:endParaRPr lang="zh-CN" sz="105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EventResultPopup/Shad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/root/EventResultPopup/Panel"/>
          <p:cNvSpPr>
            <a:spLocks noGrp="1"/>
          </p:cNvSpPr>
          <p:nvPr/>
        </p:nvSpPr>
        <p:spPr>
          <a:xfrm>
            <a:off x="3619500" y="1746250"/>
            <a:ext cx="4953000" cy="3365500"/>
          </a:xfrm>
          <a:prstGeom prst="roundRect">
            <a:avLst>
              <a:gd name="adj" fmla="val 2264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4" name="/root/EventResultPopup/Panel/HeaderAccent"/>
          <p:cNvSpPr>
            <a:spLocks noGrp="1"/>
          </p:cNvSpPr>
          <p:nvPr/>
        </p:nvSpPr>
        <p:spPr>
          <a:xfrm>
            <a:off x="3797300" y="1911350"/>
            <a:ext cx="4597400" cy="25400"/>
          </a:xfrm>
          <a:prstGeom prst="rect">
            <a:avLst/>
          </a:prstGeom>
          <a:solidFill>
            <a:srgbClr val="B88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/root/EventResultPopup/Panel/TitleLabel"/>
          <p:cNvSpPr>
            <a:spLocks noGrp="1"/>
          </p:cNvSpPr>
          <p:nvPr/>
        </p:nvSpPr>
        <p:spPr>
          <a:xfrm>
            <a:off x="3848100" y="2051050"/>
            <a:ext cx="4495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ctr">
              <a:defRPr sz="16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6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事件结算</a:t>
            </a:r>
            <a:endParaRPr sz="16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/root/EventResultPopup/Panel/BodyLabel"/>
          <p:cNvSpPr>
            <a:spLocks noGrp="1"/>
          </p:cNvSpPr>
          <p:nvPr/>
        </p:nvSpPr>
        <p:spPr>
          <a:xfrm>
            <a:off x="3975100" y="2520950"/>
            <a:ext cx="4241800" cy="187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事件结果</a:t>
            </a:r>
            <a:endParaRPr sz="900" b="0">
              <a:solidFill>
                <a:srgbClr val="E9F6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/root/EventResultPopup/Panel/CloseButton"/>
          <p:cNvSpPr>
            <a:spLocks noGrp="1"/>
          </p:cNvSpPr>
          <p:nvPr/>
        </p:nvSpPr>
        <p:spPr>
          <a:xfrm>
            <a:off x="5270500" y="4591050"/>
            <a:ext cx="1651000" cy="368300"/>
          </a:xfrm>
          <a:prstGeom prst="roundRect">
            <a:avLst>
              <a:gd name="adj" fmla="val 20690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8" name="/root/EventResultPopup/Panel/CloseButton-text"/>
          <p:cNvSpPr>
            <a:spLocks noGrp="1"/>
          </p:cNvSpPr>
          <p:nvPr/>
        </p:nvSpPr>
        <p:spPr>
          <a:xfrm>
            <a:off x="5270500" y="4591050"/>
            <a:ext cx="16510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1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1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确认</a:t>
            </a:r>
            <a:endParaRPr sz="11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BossRewardPopup/Shad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/root/BossRewardPopup/Panel"/>
          <p:cNvSpPr>
            <a:spLocks noGrp="1"/>
          </p:cNvSpPr>
          <p:nvPr/>
        </p:nvSpPr>
        <p:spPr>
          <a:xfrm>
            <a:off x="2794000" y="1143000"/>
            <a:ext cx="6604000" cy="4163695"/>
          </a:xfrm>
          <a:prstGeom prst="roundRect">
            <a:avLst>
              <a:gd name="adj" fmla="val 1667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4" name="/root/BossRewardPopup/Panel/HeaderAccent"/>
          <p:cNvSpPr>
            <a:spLocks noGrp="1"/>
          </p:cNvSpPr>
          <p:nvPr/>
        </p:nvSpPr>
        <p:spPr>
          <a:xfrm>
            <a:off x="2984500" y="1320800"/>
            <a:ext cx="6223000" cy="25400"/>
          </a:xfrm>
          <a:prstGeom prst="rect">
            <a:avLst/>
          </a:prstGeom>
          <a:solidFill>
            <a:srgbClr val="FFB8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/root/BossRewardPopup/Panel/TitleLabel"/>
          <p:cNvSpPr>
            <a:spLocks noGrp="1"/>
          </p:cNvSpPr>
          <p:nvPr/>
        </p:nvSpPr>
        <p:spPr>
          <a:xfrm>
            <a:off x="3035300" y="1473200"/>
            <a:ext cx="6121400" cy="317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700" b="1">
                <a:solidFill>
                  <a:srgbClr val="FFEBB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700" b="1">
                <a:solidFill>
                  <a:srgbClr val="FFEBB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执行体肃清</a:t>
            </a:r>
            <a:endParaRPr sz="1700" b="1">
              <a:solidFill>
                <a:srgbClr val="FFEBB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3143885" y="1905000"/>
            <a:ext cx="6063615" cy="3150235"/>
            <a:chOff x="4951" y="3000"/>
            <a:chExt cx="9549" cy="4961"/>
          </a:xfrm>
        </p:grpSpPr>
        <p:sp>
          <p:nvSpPr>
            <p:cNvPr id="6" name="/root/BossRewardPopup/Panel/RewardRow"/>
            <p:cNvSpPr>
              <a:spLocks noGrp="1"/>
            </p:cNvSpPr>
            <p:nvPr/>
          </p:nvSpPr>
          <p:spPr>
            <a:xfrm>
              <a:off x="4960" y="3000"/>
              <a:ext cx="9540" cy="1540"/>
            </a:xfrm>
            <a:prstGeom prst="roundRect">
              <a:avLst>
                <a:gd name="adj" fmla="val 7792"/>
              </a:avLst>
            </a:prstGeom>
            <a:solidFill>
              <a:srgbClr val="08131F"/>
            </a:solidFill>
            <a:ln w="9525">
              <a:solidFill>
                <a:srgbClr val="32546E"/>
              </a:solidFill>
              <a:prstDash val="solid"/>
            </a:ln>
          </p:spPr>
        </p:sp>
        <p:sp>
          <p:nvSpPr>
            <p:cNvPr id="9" name="/root/BossRewardPopup/Panel/RewardRow/InfoPanel/Margin/Inner/CrestSlot"/>
            <p:cNvSpPr>
              <a:spLocks noGrp="1"/>
            </p:cNvSpPr>
            <p:nvPr/>
          </p:nvSpPr>
          <p:spPr>
            <a:xfrm>
              <a:off x="5140" y="3290"/>
              <a:ext cx="960" cy="960"/>
            </a:xfrm>
            <a:prstGeom prst="roundRect">
              <a:avLst>
                <a:gd name="adj" fmla="val 12500"/>
              </a:avLst>
            </a:prstGeom>
            <a:solidFill>
              <a:srgbClr val="08131F"/>
            </a:solidFill>
            <a:ln w="9525">
              <a:solidFill>
                <a:srgbClr val="32546E"/>
              </a:solidFill>
              <a:prstDash val="solid"/>
            </a:ln>
          </p:spPr>
        </p:sp>
        <p:sp>
          <p:nvSpPr>
            <p:cNvPr id="10" name="/root/BossRewardPopup/Panel/RewardRow/InfoPanel/Margin/Inner/InfoBox"/>
            <p:cNvSpPr>
              <a:spLocks noGrp="1"/>
            </p:cNvSpPr>
            <p:nvPr/>
          </p:nvSpPr>
          <p:spPr>
            <a:xfrm>
              <a:off x="6260" y="3290"/>
              <a:ext cx="7960" cy="960"/>
            </a:xfrm>
            <a:prstGeom prst="roundRect">
              <a:avLst>
                <a:gd name="adj" fmla="val 12500"/>
              </a:avLst>
            </a:prstGeom>
            <a:solidFill>
              <a:srgbClr val="08131F"/>
            </a:solidFill>
            <a:ln w="9525">
              <a:solidFill>
                <a:srgbClr val="32546E"/>
              </a:solidFill>
              <a:prstDash val="solid"/>
            </a:ln>
          </p:spPr>
        </p:sp>
        <p:sp>
          <p:nvSpPr>
            <p:cNvPr id="16" name="/root/BossRewardPopup/Panel/RewardRow"/>
            <p:cNvSpPr>
              <a:spLocks noGrp="1"/>
            </p:cNvSpPr>
            <p:nvPr/>
          </p:nvSpPr>
          <p:spPr>
            <a:xfrm>
              <a:off x="4951" y="4720"/>
              <a:ext cx="9540" cy="1540"/>
            </a:xfrm>
            <a:prstGeom prst="roundRect">
              <a:avLst>
                <a:gd name="adj" fmla="val 7792"/>
              </a:avLst>
            </a:prstGeom>
            <a:solidFill>
              <a:srgbClr val="08131F"/>
            </a:solidFill>
            <a:ln w="9525">
              <a:solidFill>
                <a:srgbClr val="32546E"/>
              </a:solidFill>
              <a:prstDash val="solid"/>
            </a:ln>
          </p:spPr>
        </p:sp>
        <p:sp>
          <p:nvSpPr>
            <p:cNvPr id="17" name="/root/BossRewardPopup/Panel/RewardRow/InfoPanel/Margin/Inner/CrestSlot"/>
            <p:cNvSpPr>
              <a:spLocks noGrp="1"/>
            </p:cNvSpPr>
            <p:nvPr/>
          </p:nvSpPr>
          <p:spPr>
            <a:xfrm>
              <a:off x="5131" y="5010"/>
              <a:ext cx="960" cy="960"/>
            </a:xfrm>
            <a:prstGeom prst="roundRect">
              <a:avLst>
                <a:gd name="adj" fmla="val 12500"/>
              </a:avLst>
            </a:prstGeom>
            <a:solidFill>
              <a:srgbClr val="08131F"/>
            </a:solidFill>
            <a:ln w="9525">
              <a:solidFill>
                <a:srgbClr val="32546E"/>
              </a:solidFill>
              <a:prstDash val="solid"/>
            </a:ln>
          </p:spPr>
        </p:sp>
        <p:sp>
          <p:nvSpPr>
            <p:cNvPr id="18" name="/root/BossRewardPopup/Panel/RewardRow/InfoPanel/Margin/Inner/InfoBox"/>
            <p:cNvSpPr>
              <a:spLocks noGrp="1"/>
            </p:cNvSpPr>
            <p:nvPr/>
          </p:nvSpPr>
          <p:spPr>
            <a:xfrm>
              <a:off x="6251" y="5010"/>
              <a:ext cx="7960" cy="960"/>
            </a:xfrm>
            <a:prstGeom prst="roundRect">
              <a:avLst>
                <a:gd name="adj" fmla="val 12500"/>
              </a:avLst>
            </a:prstGeom>
            <a:solidFill>
              <a:srgbClr val="08131F"/>
            </a:solidFill>
            <a:ln w="9525">
              <a:solidFill>
                <a:srgbClr val="32546E"/>
              </a:solidFill>
              <a:prstDash val="solid"/>
            </a:ln>
          </p:spPr>
        </p:sp>
        <p:sp>
          <p:nvSpPr>
            <p:cNvPr id="19" name="/root/BossRewardPopup/Panel/RewardRow"/>
            <p:cNvSpPr>
              <a:spLocks noGrp="1"/>
            </p:cNvSpPr>
            <p:nvPr/>
          </p:nvSpPr>
          <p:spPr>
            <a:xfrm>
              <a:off x="4960" y="6421"/>
              <a:ext cx="9540" cy="1540"/>
            </a:xfrm>
            <a:prstGeom prst="roundRect">
              <a:avLst>
                <a:gd name="adj" fmla="val 7792"/>
              </a:avLst>
            </a:prstGeom>
            <a:solidFill>
              <a:srgbClr val="08131F"/>
            </a:solidFill>
            <a:ln w="9525">
              <a:solidFill>
                <a:srgbClr val="32546E"/>
              </a:solidFill>
              <a:prstDash val="solid"/>
            </a:ln>
          </p:spPr>
        </p:sp>
        <p:sp>
          <p:nvSpPr>
            <p:cNvPr id="20" name="/root/BossRewardPopup/Panel/RewardRow/InfoPanel/Margin/Inner/CrestSlot"/>
            <p:cNvSpPr>
              <a:spLocks noGrp="1"/>
            </p:cNvSpPr>
            <p:nvPr/>
          </p:nvSpPr>
          <p:spPr>
            <a:xfrm>
              <a:off x="5140" y="6711"/>
              <a:ext cx="960" cy="960"/>
            </a:xfrm>
            <a:prstGeom prst="roundRect">
              <a:avLst>
                <a:gd name="adj" fmla="val 12500"/>
              </a:avLst>
            </a:prstGeom>
            <a:solidFill>
              <a:srgbClr val="08131F"/>
            </a:solidFill>
            <a:ln w="9525">
              <a:solidFill>
                <a:srgbClr val="32546E"/>
              </a:solidFill>
              <a:prstDash val="solid"/>
            </a:ln>
          </p:spPr>
        </p:sp>
        <p:sp>
          <p:nvSpPr>
            <p:cNvPr id="21" name="/root/BossRewardPopup/Panel/RewardRow/InfoPanel/Margin/Inner/InfoBox"/>
            <p:cNvSpPr>
              <a:spLocks noGrp="1"/>
            </p:cNvSpPr>
            <p:nvPr/>
          </p:nvSpPr>
          <p:spPr>
            <a:xfrm>
              <a:off x="6260" y="6711"/>
              <a:ext cx="7960" cy="960"/>
            </a:xfrm>
            <a:prstGeom prst="roundRect">
              <a:avLst>
                <a:gd name="adj" fmla="val 12500"/>
              </a:avLst>
            </a:prstGeom>
            <a:solidFill>
              <a:srgbClr val="08131F"/>
            </a:solidFill>
            <a:ln w="9525">
              <a:solidFill>
                <a:srgbClr val="32546E"/>
              </a:solidFill>
              <a:prstDash val="solid"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SpecialBonusPopup/Shad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/root/SpecialBonusPopup/Panel"/>
          <p:cNvSpPr>
            <a:spLocks noGrp="1"/>
          </p:cNvSpPr>
          <p:nvPr/>
        </p:nvSpPr>
        <p:spPr>
          <a:xfrm>
            <a:off x="3365500" y="1574800"/>
            <a:ext cx="5461000" cy="3708400"/>
          </a:xfrm>
          <a:prstGeom prst="roundRect">
            <a:avLst>
              <a:gd name="adj" fmla="val 2055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4" name="/root/SpecialBonusPopup/Panel/HeaderAccent"/>
          <p:cNvSpPr>
            <a:spLocks noGrp="1"/>
          </p:cNvSpPr>
          <p:nvPr/>
        </p:nvSpPr>
        <p:spPr>
          <a:xfrm>
            <a:off x="3556000" y="1752600"/>
            <a:ext cx="5080000" cy="25400"/>
          </a:xfrm>
          <a:prstGeom prst="rect">
            <a:avLst/>
          </a:prstGeom>
          <a:solidFill>
            <a:srgbClr val="B88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/root/SpecialBonusPopup/Panel/TitleLabel"/>
          <p:cNvSpPr>
            <a:spLocks noGrp="1"/>
          </p:cNvSpPr>
          <p:nvPr/>
        </p:nvSpPr>
        <p:spPr>
          <a:xfrm>
            <a:off x="3606800" y="1905000"/>
            <a:ext cx="4978400" cy="317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7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7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信标接入</a:t>
            </a:r>
            <a:endParaRPr sz="17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/root/SpecialBonusPopup/Panel/BodyLabel"/>
          <p:cNvSpPr>
            <a:spLocks noGrp="1"/>
          </p:cNvSpPr>
          <p:nvPr/>
        </p:nvSpPr>
        <p:spPr>
          <a:xfrm>
            <a:off x="3733800" y="2362200"/>
            <a:ext cx="4724400" cy="2209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信标协议已接入。</a:t>
            </a:r>
            <a:endParaRPr sz="900" b="0">
              <a:solidFill>
                <a:srgbClr val="E9F6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/root/SpecialBonusPopup/Panel/CloseButton"/>
          <p:cNvSpPr>
            <a:spLocks noGrp="1"/>
          </p:cNvSpPr>
          <p:nvPr/>
        </p:nvSpPr>
        <p:spPr>
          <a:xfrm>
            <a:off x="5232400" y="4749800"/>
            <a:ext cx="1727200" cy="381000"/>
          </a:xfrm>
          <a:prstGeom prst="roundRect">
            <a:avLst>
              <a:gd name="adj" fmla="val 20000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8" name="/root/SpecialBonusPopup/Panel/CloseButton-text"/>
          <p:cNvSpPr>
            <a:spLocks noGrp="1"/>
          </p:cNvSpPr>
          <p:nvPr/>
        </p:nvSpPr>
        <p:spPr>
          <a:xfrm>
            <a:off x="5232400" y="4749800"/>
            <a:ext cx="1727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1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1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确认接入</a:t>
            </a:r>
            <a:endParaRPr sz="11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RouteDirectivePopup/Shad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/root/RouteDirectivePopup/Panel"/>
          <p:cNvSpPr>
            <a:spLocks noGrp="1"/>
          </p:cNvSpPr>
          <p:nvPr/>
        </p:nvSpPr>
        <p:spPr>
          <a:xfrm>
            <a:off x="3365500" y="1574800"/>
            <a:ext cx="5461000" cy="3708400"/>
          </a:xfrm>
          <a:prstGeom prst="roundRect">
            <a:avLst>
              <a:gd name="adj" fmla="val 2055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4" name="/root/RouteDirectivePopup/Panel/HeaderAccent"/>
          <p:cNvSpPr>
            <a:spLocks noGrp="1"/>
          </p:cNvSpPr>
          <p:nvPr/>
        </p:nvSpPr>
        <p:spPr>
          <a:xfrm>
            <a:off x="3556000" y="1752600"/>
            <a:ext cx="5080000" cy="25400"/>
          </a:xfrm>
          <a:prstGeom prst="rect">
            <a:avLst/>
          </a:prstGeom>
          <a:solidFill>
            <a:srgbClr val="52E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/root/RouteDirectivePopup/Panel/TitleLabel"/>
          <p:cNvSpPr>
            <a:spLocks noGrp="1"/>
          </p:cNvSpPr>
          <p:nvPr/>
        </p:nvSpPr>
        <p:spPr>
          <a:xfrm>
            <a:off x="3606800" y="1905000"/>
            <a:ext cx="4978400" cy="317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7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7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航路指令完成</a:t>
            </a:r>
            <a:endParaRPr sz="17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/root/RouteDirectivePopup/Panel/BodyLabel"/>
          <p:cNvSpPr>
            <a:spLocks noGrp="1"/>
          </p:cNvSpPr>
          <p:nvPr/>
        </p:nvSpPr>
        <p:spPr>
          <a:xfrm>
            <a:off x="3733800" y="2362200"/>
            <a:ext cx="4724400" cy="2209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0">
                <a:solidFill>
                  <a:srgbClr val="E9F6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方舟航线已更新。</a:t>
            </a:r>
            <a:endParaRPr sz="900" b="0">
              <a:solidFill>
                <a:srgbClr val="E9F6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/root/RouteDirectivePopup/Panel/CloseButton"/>
          <p:cNvSpPr>
            <a:spLocks noGrp="1"/>
          </p:cNvSpPr>
          <p:nvPr/>
        </p:nvSpPr>
        <p:spPr>
          <a:xfrm>
            <a:off x="5232400" y="4749800"/>
            <a:ext cx="1727200" cy="381000"/>
          </a:xfrm>
          <a:prstGeom prst="roundRect">
            <a:avLst>
              <a:gd name="adj" fmla="val 20000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8" name="/root/RouteDirectivePopup/Panel/CloseButton-text"/>
          <p:cNvSpPr>
            <a:spLocks noGrp="1"/>
          </p:cNvSpPr>
          <p:nvPr/>
        </p:nvSpPr>
        <p:spPr>
          <a:xfrm>
            <a:off x="5232400" y="4749800"/>
            <a:ext cx="1727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1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1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确认入库</a:t>
            </a:r>
            <a:endParaRPr sz="11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RewardCacheChoicePopup/Shad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/root/RewardCacheChoicePopup/Panel"/>
          <p:cNvSpPr>
            <a:spLocks noGrp="1"/>
          </p:cNvSpPr>
          <p:nvPr/>
        </p:nvSpPr>
        <p:spPr>
          <a:xfrm>
            <a:off x="3365500" y="1333500"/>
            <a:ext cx="5461000" cy="4191000"/>
          </a:xfrm>
          <a:prstGeom prst="roundRect">
            <a:avLst>
              <a:gd name="adj" fmla="val 1818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4" name="/root/RewardCacheChoicePopup/Panel/HeaderAccent"/>
          <p:cNvSpPr>
            <a:spLocks noGrp="1"/>
          </p:cNvSpPr>
          <p:nvPr/>
        </p:nvSpPr>
        <p:spPr>
          <a:xfrm>
            <a:off x="3556000" y="1485900"/>
            <a:ext cx="5080000" cy="25400"/>
          </a:xfrm>
          <a:prstGeom prst="rect">
            <a:avLst/>
          </a:prstGeom>
          <a:solidFill>
            <a:srgbClr val="52E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/root/RewardCacheChoicePopup/Panel/TitleLabel"/>
          <p:cNvSpPr>
            <a:spLocks noGrp="1"/>
          </p:cNvSpPr>
          <p:nvPr/>
        </p:nvSpPr>
        <p:spPr>
          <a:xfrm>
            <a:off x="3594100" y="1612900"/>
            <a:ext cx="5003800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奖励缓存选择</a:t>
            </a:r>
            <a:endParaRPr sz="15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/root/RewardCacheChoicePopup/Panel/MetaLabel"/>
          <p:cNvSpPr>
            <a:spLocks noGrp="1"/>
          </p:cNvSpPr>
          <p:nvPr/>
        </p:nvSpPr>
        <p:spPr>
          <a:xfrm>
            <a:off x="3657600" y="1917700"/>
            <a:ext cx="487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A3C2D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900" b="0">
                <a:solidFill>
                  <a:srgbClr val="A3C2D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阶层一 / 奖励缓存 / 通用缓存</a:t>
            </a:r>
            <a:endParaRPr sz="900" b="0">
              <a:solidFill>
                <a:srgbClr val="A3C2D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/root/RewardCacheChoicePopup/Panel/CloseButton"/>
          <p:cNvSpPr>
            <a:spLocks noGrp="1"/>
          </p:cNvSpPr>
          <p:nvPr/>
        </p:nvSpPr>
        <p:spPr>
          <a:xfrm>
            <a:off x="5334000" y="5016500"/>
            <a:ext cx="1524000" cy="355600"/>
          </a:xfrm>
          <a:prstGeom prst="roundRect">
            <a:avLst>
              <a:gd name="adj" fmla="val 21429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8" name="/root/RewardCacheChoicePopup/Panel/CloseButton-text"/>
          <p:cNvSpPr>
            <a:spLocks noGrp="1"/>
          </p:cNvSpPr>
          <p:nvPr/>
        </p:nvSpPr>
        <p:spPr>
          <a:xfrm>
            <a:off x="5334000" y="5016500"/>
            <a:ext cx="1524000" cy="355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05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暂不处理</a:t>
            </a:r>
            <a:endParaRPr sz="105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HUD/PlayerStatusHUD/Cluster/Margin"/>
          <p:cNvSpPr>
            <a:spLocks noGrp="1"/>
          </p:cNvSpPr>
          <p:nvPr/>
        </p:nvSpPr>
        <p:spPr>
          <a:xfrm>
            <a:off x="222250" y="5353050"/>
            <a:ext cx="2178050" cy="1301750"/>
          </a:xfrm>
          <a:prstGeom prst="roundRect">
            <a:avLst>
              <a:gd name="adj" fmla="val 5854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3" name="/root/HUD/PlayerStatusHUD/Cluster/Margin/Stack"/>
          <p:cNvSpPr>
            <a:spLocks noGrp="1"/>
          </p:cNvSpPr>
          <p:nvPr/>
        </p:nvSpPr>
        <p:spPr>
          <a:xfrm>
            <a:off x="349250" y="5454650"/>
            <a:ext cx="1924050" cy="1098550"/>
          </a:xfrm>
          <a:prstGeom prst="roundRect">
            <a:avLst>
              <a:gd name="adj" fmla="val 6936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4" name="/root/HUD/PlayerStatusHUD/Cluster/Margin/Stack/StructRow"/>
          <p:cNvSpPr>
            <a:spLocks noGrp="1"/>
          </p:cNvSpPr>
          <p:nvPr/>
        </p:nvSpPr>
        <p:spPr>
          <a:xfrm>
            <a:off x="349250" y="5454650"/>
            <a:ext cx="1924050" cy="158750"/>
          </a:xfrm>
          <a:prstGeom prst="roundRect">
            <a:avLst>
              <a:gd name="adj" fmla="val 48000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5" name="/root/HUD/PlayerStatusHUD/Cluster/Margin/Stack/StructRow/StructLabel"/>
          <p:cNvSpPr>
            <a:spLocks noGrp="1"/>
          </p:cNvSpPr>
          <p:nvPr/>
        </p:nvSpPr>
        <p:spPr>
          <a:xfrm>
            <a:off x="349250" y="5454650"/>
            <a:ext cx="1473200" cy="15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5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85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机体结构</a:t>
            </a:r>
            <a:endParaRPr sz="850" b="0">
              <a:solidFill>
                <a:srgbClr val="FFB84D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/root/HUD/PlayerStatusHUD/Cluster/Margin/Stack/StructRow/HpValue"/>
          <p:cNvSpPr>
            <a:spLocks noGrp="1"/>
          </p:cNvSpPr>
          <p:nvPr/>
        </p:nvSpPr>
        <p:spPr>
          <a:xfrm>
            <a:off x="1847850" y="5454650"/>
            <a:ext cx="42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800" b="0">
                <a:solidFill>
                  <a:srgbClr val="DBF2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800" b="0">
                <a:solidFill>
                  <a:srgbClr val="DBF2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100 / 100</a:t>
            </a:r>
            <a:endParaRPr sz="800" b="0">
              <a:solidFill>
                <a:srgbClr val="DBF2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/root/HUD/PlayerStatusHUD/Cluster/Margin/Stack/LifeBar"/>
          <p:cNvSpPr>
            <a:spLocks noGrp="1"/>
          </p:cNvSpPr>
          <p:nvPr/>
        </p:nvSpPr>
        <p:spPr>
          <a:xfrm>
            <a:off x="349250" y="5670550"/>
            <a:ext cx="1924050" cy="127000"/>
          </a:xfrm>
          <a:prstGeom prst="roundRect">
            <a:avLst>
              <a:gd name="adj" fmla="val 50000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8" name="/root/HUD/PlayerStatusHUD/Cluster/Margin/Stack/LifeBar/RedBar"/>
          <p:cNvSpPr>
            <a:spLocks noGrp="1"/>
          </p:cNvSpPr>
          <p:nvPr/>
        </p:nvSpPr>
        <p:spPr>
          <a:xfrm>
            <a:off x="368300" y="5689600"/>
            <a:ext cx="1885950" cy="88900"/>
          </a:xfrm>
          <a:prstGeom prst="rect">
            <a:avLst/>
          </a:prstGeom>
          <a:solidFill>
            <a:srgbClr val="FF4F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/root/HUD/PlayerStatusHUD/Cluster/Margin/Stack/FrenzyRow"/>
          <p:cNvSpPr>
            <a:spLocks noGrp="1"/>
          </p:cNvSpPr>
          <p:nvPr/>
        </p:nvSpPr>
        <p:spPr>
          <a:xfrm>
            <a:off x="349250" y="5854700"/>
            <a:ext cx="1924050" cy="152400"/>
          </a:xfrm>
          <a:prstGeom prst="roundRect">
            <a:avLst>
              <a:gd name="adj" fmla="val 50000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10" name="/root/HUD/PlayerStatusHUD/Cluster/Margin/Stack/FrenzyRow/FrenzyLabel"/>
          <p:cNvSpPr>
            <a:spLocks noGrp="1"/>
          </p:cNvSpPr>
          <p:nvPr/>
        </p:nvSpPr>
        <p:spPr>
          <a:xfrm>
            <a:off x="349250" y="5854700"/>
            <a:ext cx="1752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00" b="0">
                <a:solidFill>
                  <a:srgbClr val="C799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800" b="0">
                <a:solidFill>
                  <a:srgbClr val="C799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狂热</a:t>
            </a:r>
            <a:endParaRPr sz="800" b="0">
              <a:solidFill>
                <a:srgbClr val="C799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1" name="/root/HUD/PlayerStatusHUD/Cluster/Margin/Stack/FrenzyRow/FrenzyValue"/>
          <p:cNvSpPr>
            <a:spLocks noGrp="1"/>
          </p:cNvSpPr>
          <p:nvPr/>
        </p:nvSpPr>
        <p:spPr>
          <a:xfrm>
            <a:off x="2127250" y="5854700"/>
            <a:ext cx="146050" cy="146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B8CCE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750" b="0">
                <a:solidFill>
                  <a:srgbClr val="B8CCE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0%</a:t>
            </a:r>
            <a:endParaRPr sz="750" b="0">
              <a:solidFill>
                <a:srgbClr val="B8CCE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2" name="/root/HUD/PlayerStatusHUD/Cluster/Margin/Stack/FrenzyBar"/>
          <p:cNvSpPr>
            <a:spLocks noGrp="1"/>
          </p:cNvSpPr>
          <p:nvPr/>
        </p:nvSpPr>
        <p:spPr>
          <a:xfrm>
            <a:off x="349250" y="6064250"/>
            <a:ext cx="1924050" cy="88900"/>
          </a:xfrm>
          <a:prstGeom prst="roundRect">
            <a:avLst>
              <a:gd name="adj" fmla="val 50000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13" name="/root/HUD/PlayerStatusHUD/Cluster/Margin/Stack/Divider"/>
          <p:cNvSpPr>
            <a:spLocks noGrp="1"/>
          </p:cNvSpPr>
          <p:nvPr/>
        </p:nvSpPr>
        <p:spPr>
          <a:xfrm>
            <a:off x="349250" y="6210300"/>
            <a:ext cx="1924050" cy="9525"/>
          </a:xfrm>
          <a:prstGeom prst="rect">
            <a:avLst/>
          </a:prstGeom>
          <a:solidFill>
            <a:srgbClr val="52E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/root/HUD/PlayerStatusHUD/Cluster/Margin/Stack/ScoreRow"/>
          <p:cNvSpPr>
            <a:spLocks noGrp="1"/>
          </p:cNvSpPr>
          <p:nvPr/>
        </p:nvSpPr>
        <p:spPr>
          <a:xfrm>
            <a:off x="349250" y="6273800"/>
            <a:ext cx="1924050" cy="279400"/>
          </a:xfrm>
          <a:prstGeom prst="roundRect">
            <a:avLst>
              <a:gd name="adj" fmla="val 27273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15" name="/root/HUD/PlayerStatusHUD/Cluster/Margin/Stack/ScoreRow/ScoreCaption"/>
          <p:cNvSpPr>
            <a:spLocks noGrp="1"/>
          </p:cNvSpPr>
          <p:nvPr/>
        </p:nvSpPr>
        <p:spPr>
          <a:xfrm>
            <a:off x="349250" y="6273800"/>
            <a:ext cx="1790700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B8CCE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750" b="0">
                <a:solidFill>
                  <a:srgbClr val="B8CCE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分数</a:t>
            </a:r>
            <a:endParaRPr sz="750" b="0">
              <a:solidFill>
                <a:srgbClr val="B8CCE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6" name="/root/HUD/PlayerStatusHUD/Cluster/Margin/Stack/ScoreRow/ScoreLabel"/>
          <p:cNvSpPr>
            <a:spLocks noGrp="1"/>
          </p:cNvSpPr>
          <p:nvPr/>
        </p:nvSpPr>
        <p:spPr>
          <a:xfrm>
            <a:off x="2165350" y="6273800"/>
            <a:ext cx="107950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</a:t>
            </a:r>
            <a:endParaRPr sz="15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PlayerStatusHUD/Cluster/Margin"/>
          <p:cNvSpPr>
            <a:spLocks noGrp="1"/>
          </p:cNvSpPr>
          <p:nvPr/>
        </p:nvSpPr>
        <p:spPr>
          <a:xfrm>
            <a:off x="222250" y="5353050"/>
            <a:ext cx="2178050" cy="1301750"/>
          </a:xfrm>
          <a:prstGeom prst="roundRect">
            <a:avLst>
              <a:gd name="adj" fmla="val 5854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3" name="/root/PlayerStatusHUD/Cluster/Margin/Stack"/>
          <p:cNvSpPr>
            <a:spLocks noGrp="1"/>
          </p:cNvSpPr>
          <p:nvPr/>
        </p:nvSpPr>
        <p:spPr>
          <a:xfrm>
            <a:off x="349250" y="5454650"/>
            <a:ext cx="1924050" cy="1098550"/>
          </a:xfrm>
          <a:prstGeom prst="roundRect">
            <a:avLst>
              <a:gd name="adj" fmla="val 6936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4" name="/root/PlayerStatusHUD/Cluster/Margin/Stack/StructRow"/>
          <p:cNvSpPr>
            <a:spLocks noGrp="1"/>
          </p:cNvSpPr>
          <p:nvPr/>
        </p:nvSpPr>
        <p:spPr>
          <a:xfrm>
            <a:off x="349250" y="5454650"/>
            <a:ext cx="1924050" cy="158750"/>
          </a:xfrm>
          <a:prstGeom prst="roundRect">
            <a:avLst>
              <a:gd name="adj" fmla="val 48000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5" name="/root/PlayerStatusHUD/Cluster/Margin/Stack/StructRow/StructLabel"/>
          <p:cNvSpPr>
            <a:spLocks noGrp="1"/>
          </p:cNvSpPr>
          <p:nvPr/>
        </p:nvSpPr>
        <p:spPr>
          <a:xfrm>
            <a:off x="349250" y="5454650"/>
            <a:ext cx="1473200" cy="15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5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85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机体结构</a:t>
            </a:r>
            <a:endParaRPr sz="850" b="0">
              <a:solidFill>
                <a:srgbClr val="FFB84D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/root/PlayerStatusHUD/Cluster/Margin/Stack/StructRow/HpValue"/>
          <p:cNvSpPr>
            <a:spLocks noGrp="1"/>
          </p:cNvSpPr>
          <p:nvPr/>
        </p:nvSpPr>
        <p:spPr>
          <a:xfrm>
            <a:off x="1847850" y="5454650"/>
            <a:ext cx="42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800" b="0">
                <a:solidFill>
                  <a:srgbClr val="DBF2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800" b="0">
                <a:solidFill>
                  <a:srgbClr val="DBF2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100 / 100</a:t>
            </a:r>
            <a:endParaRPr sz="800" b="0">
              <a:solidFill>
                <a:srgbClr val="DBF2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/root/PlayerStatusHUD/Cluster/Margin/Stack/LifeBar"/>
          <p:cNvSpPr>
            <a:spLocks noGrp="1"/>
          </p:cNvSpPr>
          <p:nvPr/>
        </p:nvSpPr>
        <p:spPr>
          <a:xfrm>
            <a:off x="349250" y="5670550"/>
            <a:ext cx="1924050" cy="127000"/>
          </a:xfrm>
          <a:prstGeom prst="roundRect">
            <a:avLst>
              <a:gd name="adj" fmla="val 50000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8" name="/root/PlayerStatusHUD/Cluster/Margin/Stack/LifeBar/RedBar"/>
          <p:cNvSpPr>
            <a:spLocks noGrp="1"/>
          </p:cNvSpPr>
          <p:nvPr/>
        </p:nvSpPr>
        <p:spPr>
          <a:xfrm>
            <a:off x="368300" y="5689600"/>
            <a:ext cx="1885950" cy="88900"/>
          </a:xfrm>
          <a:prstGeom prst="rect">
            <a:avLst/>
          </a:prstGeom>
          <a:solidFill>
            <a:srgbClr val="FF4F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/root/PlayerStatusHUD/Cluster/Margin/Stack/FrenzyRow"/>
          <p:cNvSpPr>
            <a:spLocks noGrp="1"/>
          </p:cNvSpPr>
          <p:nvPr/>
        </p:nvSpPr>
        <p:spPr>
          <a:xfrm>
            <a:off x="349250" y="5854700"/>
            <a:ext cx="1924050" cy="152400"/>
          </a:xfrm>
          <a:prstGeom prst="roundRect">
            <a:avLst>
              <a:gd name="adj" fmla="val 50000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10" name="/root/PlayerStatusHUD/Cluster/Margin/Stack/FrenzyRow/FrenzyLabel"/>
          <p:cNvSpPr>
            <a:spLocks noGrp="1"/>
          </p:cNvSpPr>
          <p:nvPr/>
        </p:nvSpPr>
        <p:spPr>
          <a:xfrm>
            <a:off x="349250" y="5854700"/>
            <a:ext cx="170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00" b="0">
                <a:solidFill>
                  <a:srgbClr val="C799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800" b="0">
                <a:solidFill>
                  <a:srgbClr val="C799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狂热</a:t>
            </a:r>
            <a:endParaRPr sz="800" b="0">
              <a:solidFill>
                <a:srgbClr val="C799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1" name="/root/PlayerStatusHUD/Cluster/Margin/Stack/FrenzyRow/FrenzyValue"/>
          <p:cNvSpPr>
            <a:spLocks noGrp="1"/>
          </p:cNvSpPr>
          <p:nvPr/>
        </p:nvSpPr>
        <p:spPr>
          <a:xfrm>
            <a:off x="2082800" y="5854700"/>
            <a:ext cx="190500" cy="146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B8CCE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750" b="0">
                <a:solidFill>
                  <a:srgbClr val="B8CCE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就绪</a:t>
            </a:r>
            <a:endParaRPr sz="750" b="0">
              <a:solidFill>
                <a:srgbClr val="B8CCE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2" name="/root/PlayerStatusHUD/Cluster/Margin/Stack/FrenzyBar"/>
          <p:cNvSpPr>
            <a:spLocks noGrp="1"/>
          </p:cNvSpPr>
          <p:nvPr/>
        </p:nvSpPr>
        <p:spPr>
          <a:xfrm>
            <a:off x="349250" y="6064250"/>
            <a:ext cx="1924050" cy="88900"/>
          </a:xfrm>
          <a:prstGeom prst="roundRect">
            <a:avLst>
              <a:gd name="adj" fmla="val 50000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13" name="/root/PlayerStatusHUD/Cluster/Margin/Stack/Divider"/>
          <p:cNvSpPr>
            <a:spLocks noGrp="1"/>
          </p:cNvSpPr>
          <p:nvPr/>
        </p:nvSpPr>
        <p:spPr>
          <a:xfrm>
            <a:off x="349250" y="6210300"/>
            <a:ext cx="1924050" cy="9525"/>
          </a:xfrm>
          <a:prstGeom prst="rect">
            <a:avLst/>
          </a:prstGeom>
          <a:solidFill>
            <a:srgbClr val="52E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/root/PlayerStatusHUD/Cluster/Margin/Stack/ScoreRow"/>
          <p:cNvSpPr>
            <a:spLocks noGrp="1"/>
          </p:cNvSpPr>
          <p:nvPr/>
        </p:nvSpPr>
        <p:spPr>
          <a:xfrm>
            <a:off x="349250" y="6273800"/>
            <a:ext cx="1924050" cy="279400"/>
          </a:xfrm>
          <a:prstGeom prst="roundRect">
            <a:avLst>
              <a:gd name="adj" fmla="val 27273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15" name="/root/PlayerStatusHUD/Cluster/Margin/Stack/ScoreRow/ScoreCaption"/>
          <p:cNvSpPr>
            <a:spLocks noGrp="1"/>
          </p:cNvSpPr>
          <p:nvPr/>
        </p:nvSpPr>
        <p:spPr>
          <a:xfrm>
            <a:off x="349250" y="6273800"/>
            <a:ext cx="1790700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B8CCE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750" b="0">
                <a:solidFill>
                  <a:srgbClr val="B8CCE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分数</a:t>
            </a:r>
            <a:endParaRPr sz="750" b="0">
              <a:solidFill>
                <a:srgbClr val="B8CCE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6" name="/root/PlayerStatusHUD/Cluster/Margin/Stack/ScoreRow/ScoreLabel"/>
          <p:cNvSpPr>
            <a:spLocks noGrp="1"/>
          </p:cNvSpPr>
          <p:nvPr/>
        </p:nvSpPr>
        <p:spPr>
          <a:xfrm>
            <a:off x="2165350" y="6273800"/>
            <a:ext cx="107950" cy="279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00" b="1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</a:t>
            </a:r>
            <a:endParaRPr sz="1500" b="1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BossHUD/Frame"/>
          <p:cNvSpPr>
            <a:spLocks noGrp="1"/>
          </p:cNvSpPr>
          <p:nvPr/>
        </p:nvSpPr>
        <p:spPr>
          <a:xfrm>
            <a:off x="8623300" y="215900"/>
            <a:ext cx="3327400" cy="762000"/>
          </a:xfrm>
          <a:prstGeom prst="rect">
            <a:avLst/>
          </a:prstGeom>
          <a:solidFill>
            <a:srgbClr val="142234"/>
          </a:solidFill>
          <a:ln w="9525">
            <a:solidFill>
              <a:srgbClr val="315D82"/>
            </a:solidFill>
            <a:prstDash val="solid"/>
          </a:ln>
        </p:spPr>
      </p:sp>
      <p:sp>
        <p:nvSpPr>
          <p:cNvPr id="3" name="/root/BossHUD/FrameAccent"/>
          <p:cNvSpPr>
            <a:spLocks noGrp="1"/>
          </p:cNvSpPr>
          <p:nvPr/>
        </p:nvSpPr>
        <p:spPr>
          <a:xfrm>
            <a:off x="8737600" y="304800"/>
            <a:ext cx="25400" cy="571500"/>
          </a:xfrm>
          <a:prstGeom prst="rect">
            <a:avLst/>
          </a:prstGeom>
          <a:solidFill>
            <a:srgbClr val="FFB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/root/BossHUD/ThreatLabel"/>
          <p:cNvSpPr>
            <a:spLocks noGrp="1"/>
          </p:cNvSpPr>
          <p:nvPr/>
        </p:nvSpPr>
        <p:spPr>
          <a:xfrm>
            <a:off x="8890000" y="304800"/>
            <a:ext cx="1016000" cy="15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5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850" b="0">
                <a:solidFill>
                  <a:srgbClr val="FFB84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执行体威胁</a:t>
            </a:r>
            <a:endParaRPr sz="850" b="0">
              <a:solidFill>
                <a:srgbClr val="FFB84D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/root/BossHUD/BarBack"/>
          <p:cNvSpPr>
            <a:spLocks noGrp="1"/>
          </p:cNvSpPr>
          <p:nvPr/>
        </p:nvSpPr>
        <p:spPr>
          <a:xfrm>
            <a:off x="8851900" y="660400"/>
            <a:ext cx="2870200" cy="177800"/>
          </a:xfrm>
          <a:prstGeom prst="rect">
            <a:avLst/>
          </a:prstGeom>
          <a:solidFill>
            <a:srgbClr val="04050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/root/BossHUD/FlashBar"/>
          <p:cNvSpPr>
            <a:spLocks noGrp="1"/>
          </p:cNvSpPr>
          <p:nvPr/>
        </p:nvSpPr>
        <p:spPr>
          <a:xfrm>
            <a:off x="8890000" y="698500"/>
            <a:ext cx="2794000" cy="101600"/>
          </a:xfrm>
          <a:prstGeom prst="rect">
            <a:avLst/>
          </a:prstGeom>
          <a:solidFill>
            <a:srgbClr val="FFB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/root/BossHUD/RedBar"/>
          <p:cNvSpPr>
            <a:spLocks noGrp="1"/>
          </p:cNvSpPr>
          <p:nvPr/>
        </p:nvSpPr>
        <p:spPr>
          <a:xfrm>
            <a:off x="8890000" y="698500"/>
            <a:ext cx="2794000" cy="101600"/>
          </a:xfrm>
          <a:prstGeom prst="rect">
            <a:avLst/>
          </a:prstGeom>
          <a:solidFill>
            <a:srgbClr val="FF4F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/root/BossHUD/NameLabel"/>
          <p:cNvSpPr>
            <a:spLocks noGrp="1"/>
          </p:cNvSpPr>
          <p:nvPr/>
        </p:nvSpPr>
        <p:spPr>
          <a:xfrm>
            <a:off x="8890000" y="457200"/>
            <a:ext cx="2794000" cy="234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250" b="0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50" b="0">
                <a:solidFill>
                  <a:srgbClr val="FA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星间巨构</a:t>
            </a:r>
            <a:endParaRPr sz="1250" b="0">
              <a:solidFill>
                <a:srgbClr val="FA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EvacuationSuccessHUD/Shad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/root/EvacuationSuccessHUD/Panel"/>
          <p:cNvSpPr>
            <a:spLocks noGrp="1"/>
          </p:cNvSpPr>
          <p:nvPr/>
        </p:nvSpPr>
        <p:spPr>
          <a:xfrm>
            <a:off x="3947160" y="2115820"/>
            <a:ext cx="4572000" cy="2794000"/>
          </a:xfrm>
          <a:prstGeom prst="roundRect">
            <a:avLst>
              <a:gd name="adj" fmla="val 2727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4" name="/root/EvacuationSuccessHUD/Panel/HeaderAccent"/>
          <p:cNvSpPr>
            <a:spLocks noGrp="1"/>
          </p:cNvSpPr>
          <p:nvPr/>
        </p:nvSpPr>
        <p:spPr>
          <a:xfrm>
            <a:off x="4114292" y="2282952"/>
            <a:ext cx="4216400" cy="25400"/>
          </a:xfrm>
          <a:prstGeom prst="rect">
            <a:avLst/>
          </a:prstGeom>
          <a:solidFill>
            <a:srgbClr val="52E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/root/EvacuationSuccessHUD/Panel/Title"/>
          <p:cNvSpPr>
            <a:spLocks noGrp="1"/>
          </p:cNvSpPr>
          <p:nvPr/>
        </p:nvSpPr>
        <p:spPr>
          <a:xfrm>
            <a:off x="4162044" y="2569464"/>
            <a:ext cx="4114800" cy="393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1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撤离成功</a:t>
            </a:r>
            <a:endParaRPr sz="21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/root/EvacuationSuccessHUD/Panel/Subtitle"/>
          <p:cNvSpPr>
            <a:spLocks noGrp="1"/>
          </p:cNvSpPr>
          <p:nvPr/>
        </p:nvSpPr>
        <p:spPr>
          <a:xfrm>
            <a:off x="4281424" y="3023108"/>
            <a:ext cx="3860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100" b="0">
                <a:solidFill>
                  <a:srgbClr val="D1E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100" b="0">
                <a:solidFill>
                  <a:srgbClr val="D1E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航道已锁定，所有战利品数据进入结算队列。</a:t>
            </a:r>
            <a:endParaRPr sz="1100" b="0">
              <a:solidFill>
                <a:srgbClr val="D1E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/root/EvacuationSuccessHUD/Panel/EvacuateButton"/>
          <p:cNvSpPr>
            <a:spLocks noGrp="1"/>
          </p:cNvSpPr>
          <p:nvPr/>
        </p:nvSpPr>
        <p:spPr>
          <a:xfrm>
            <a:off x="5260340" y="4121404"/>
            <a:ext cx="1778000" cy="381000"/>
          </a:xfrm>
          <a:prstGeom prst="roundRect">
            <a:avLst>
              <a:gd name="adj" fmla="val 20000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8" name="/root/EvacuationSuccessHUD/Panel/EvacuateButton-text"/>
          <p:cNvSpPr>
            <a:spLocks noGrp="1"/>
          </p:cNvSpPr>
          <p:nvPr/>
        </p:nvSpPr>
        <p:spPr>
          <a:xfrm>
            <a:off x="5260340" y="4121404"/>
            <a:ext cx="177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15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15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进入结算</a:t>
            </a:r>
            <a:endParaRPr sz="115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CommandConsolePopup/CommandDialogPanel/DialogAccent"/>
          <p:cNvSpPr>
            <a:spLocks noGrp="1"/>
          </p:cNvSpPr>
          <p:nvPr/>
        </p:nvSpPr>
        <p:spPr>
          <a:xfrm>
            <a:off x="1765300" y="4470400"/>
            <a:ext cx="8661400" cy="25400"/>
          </a:xfrm>
          <a:prstGeom prst="rect">
            <a:avLst/>
          </a:prstGeom>
          <a:solidFill>
            <a:srgbClr val="FFB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/root/CommandConsolePopup/CommandDialogPanel/CommandDialogLabel"/>
          <p:cNvSpPr>
            <a:spLocks noGrp="1"/>
          </p:cNvSpPr>
          <p:nvPr/>
        </p:nvSpPr>
        <p:spPr>
          <a:xfrm>
            <a:off x="1803400" y="4572000"/>
            <a:ext cx="8585200" cy="1397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/>
        </p:txBody>
      </p:sp>
      <p:sp>
        <p:nvSpPr>
          <p:cNvPr id="4" name="/root/CommandConsolePopup/CommandInputPanel/PromptAccent"/>
          <p:cNvSpPr>
            <a:spLocks noGrp="1"/>
          </p:cNvSpPr>
          <p:nvPr/>
        </p:nvSpPr>
        <p:spPr>
          <a:xfrm>
            <a:off x="1765300" y="6305550"/>
            <a:ext cx="25400" cy="228600"/>
          </a:xfrm>
          <a:prstGeom prst="rect">
            <a:avLst/>
          </a:prstGeom>
          <a:solidFill>
            <a:srgbClr val="FF4F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/root/CommandConsolePopup/CommandInputPanel/CommandInputEdit"/>
          <p:cNvSpPr>
            <a:spLocks noGrp="1"/>
          </p:cNvSpPr>
          <p:nvPr/>
        </p:nvSpPr>
        <p:spPr>
          <a:xfrm>
            <a:off x="1892300" y="6261100"/>
            <a:ext cx="8534400" cy="317500"/>
          </a:xfrm>
          <a:prstGeom prst="rect">
            <a:avLst/>
          </a:prstGeom>
          <a:solidFill>
            <a:srgbClr val="05090F"/>
          </a:solidFill>
          <a:ln w="9525">
            <a:solidFill>
              <a:srgbClr val="52E8FF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LoadingScreen/BlackOverlay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/root/LoadingScreen/BlueWash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0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/root/LoadingScreen/Artboard/LogoPlate"/>
          <p:cNvSpPr>
            <a:spLocks noGrp="1"/>
          </p:cNvSpPr>
          <p:nvPr/>
        </p:nvSpPr>
        <p:spPr>
          <a:xfrm>
            <a:off x="2819400" y="1289050"/>
            <a:ext cx="6553200" cy="1279525"/>
          </a:xfrm>
          <a:prstGeom prst="rect">
            <a:avLst/>
          </a:prstGeom>
          <a:solidFill>
            <a:srgbClr val="142234"/>
          </a:solidFill>
          <a:ln w="9525">
            <a:solidFill>
              <a:srgbClr val="315D82"/>
            </a:solidFill>
            <a:prstDash val="solid"/>
          </a:ln>
        </p:spPr>
      </p:sp>
      <p:sp>
        <p:nvSpPr>
          <p:cNvPr id="5" name="/root/LoadingScreen/Artboard/Title"/>
          <p:cNvSpPr>
            <a:spLocks noGrp="1"/>
          </p:cNvSpPr>
          <p:nvPr/>
        </p:nvSpPr>
        <p:spPr>
          <a:xfrm>
            <a:off x="4343400" y="1644650"/>
            <a:ext cx="3505200" cy="596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32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32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扇区同步</a:t>
            </a:r>
            <a:endParaRPr sz="32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/root/LoadingScreen/Artboard/SpinnerPivot/Spinner"/>
          <p:cNvSpPr>
            <a:spLocks noGrp="1"/>
          </p:cNvSpPr>
          <p:nvPr/>
        </p:nvSpPr>
        <p:spPr>
          <a:xfrm>
            <a:off x="7054169" y="4720976"/>
            <a:ext cx="2184400" cy="2137024"/>
          </a:xfrm>
          <a:prstGeom prst="rect">
            <a:avLst/>
          </a:prstGeom>
          <a:solidFill>
            <a:srgbClr val="142234"/>
          </a:solidFill>
          <a:ln w="9525">
            <a:solidFill>
              <a:srgbClr val="315D82"/>
            </a:solidFill>
            <a:prstDash val="solid"/>
          </a:ln>
        </p:spPr>
      </p:sp>
      <p:sp>
        <p:nvSpPr>
          <p:cNvPr id="7" name="/root/LoadingScreen/Artboard/LoadingBarArt"/>
          <p:cNvSpPr>
            <a:spLocks noGrp="1"/>
          </p:cNvSpPr>
          <p:nvPr/>
        </p:nvSpPr>
        <p:spPr>
          <a:xfrm>
            <a:off x="1930400" y="4229100"/>
            <a:ext cx="8312150" cy="914400"/>
          </a:xfrm>
          <a:prstGeom prst="rect">
            <a:avLst/>
          </a:prstGeom>
          <a:solidFill>
            <a:srgbClr val="142234"/>
          </a:solidFill>
          <a:ln w="9525">
            <a:solidFill>
              <a:srgbClr val="315D82"/>
            </a:solidFill>
            <a:prstDash val="solid"/>
          </a:ln>
        </p:spPr>
      </p:sp>
      <p:sp>
        <p:nvSpPr>
          <p:cNvPr id="8" name="/root/LoadingScreen/Artboard/Panel/ProgressBar"/>
          <p:cNvSpPr>
            <a:spLocks noGrp="1"/>
          </p:cNvSpPr>
          <p:nvPr/>
        </p:nvSpPr>
        <p:spPr>
          <a:xfrm>
            <a:off x="2705100" y="4425950"/>
            <a:ext cx="6832600" cy="463550"/>
          </a:xfrm>
          <a:prstGeom prst="roundRect">
            <a:avLst>
              <a:gd name="adj" fmla="val 16438"/>
            </a:avLst>
          </a:prstGeom>
          <a:solidFill>
            <a:srgbClr val="101927"/>
          </a:solidFill>
          <a:ln w="9525">
            <a:solidFill>
              <a:srgbClr val="52E8FF"/>
            </a:solidFill>
            <a:prstDash val="solid"/>
          </a:ln>
        </p:spPr>
      </p:sp>
      <p:sp>
        <p:nvSpPr>
          <p:cNvPr id="9" name="/root/LoadingScreen/Artboard/Panel/Label"/>
          <p:cNvSpPr>
            <a:spLocks noGrp="1"/>
          </p:cNvSpPr>
          <p:nvPr/>
        </p:nvSpPr>
        <p:spPr>
          <a:xfrm>
            <a:off x="5156200" y="4330700"/>
            <a:ext cx="1930400" cy="65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3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0%</a:t>
            </a:r>
            <a:endParaRPr sz="23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/root/LoadingScreen/Artboard/TipPanel"/>
          <p:cNvSpPr>
            <a:spLocks noGrp="1"/>
          </p:cNvSpPr>
          <p:nvPr/>
        </p:nvSpPr>
        <p:spPr>
          <a:xfrm>
            <a:off x="2590800" y="4891088"/>
            <a:ext cx="6981825" cy="1038225"/>
          </a:xfrm>
          <a:prstGeom prst="rect">
            <a:avLst/>
          </a:prstGeom>
          <a:solidFill>
            <a:srgbClr val="142234"/>
          </a:solidFill>
          <a:ln w="9525">
            <a:solidFill>
              <a:srgbClr val="315D82"/>
            </a:solidFill>
            <a:prstDash val="solid"/>
          </a:ln>
        </p:spPr>
      </p:sp>
      <p:sp>
        <p:nvSpPr>
          <p:cNvPr id="11" name="/root/LoadingScreen/Artboard/TipLabel"/>
          <p:cNvSpPr>
            <a:spLocks noGrp="1"/>
          </p:cNvSpPr>
          <p:nvPr/>
        </p:nvSpPr>
        <p:spPr>
          <a:xfrm>
            <a:off x="3302000" y="5283200"/>
            <a:ext cx="5588000" cy="393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55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55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航行提示：保持移动，等待扇区稳定。</a:t>
            </a:r>
            <a:endParaRPr sz="155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/root/GameOver/Overlay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20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/root/GameOver/Panel"/>
          <p:cNvSpPr>
            <a:spLocks noGrp="1"/>
          </p:cNvSpPr>
          <p:nvPr/>
        </p:nvSpPr>
        <p:spPr>
          <a:xfrm>
            <a:off x="3238500" y="1714500"/>
            <a:ext cx="5715000" cy="3429000"/>
          </a:xfrm>
          <a:prstGeom prst="roundRect">
            <a:avLst>
              <a:gd name="adj" fmla="val 2222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4" name="/root/GameOver/Panel/Margin"/>
          <p:cNvSpPr>
            <a:spLocks noGrp="1"/>
          </p:cNvSpPr>
          <p:nvPr/>
        </p:nvSpPr>
        <p:spPr>
          <a:xfrm>
            <a:off x="3238500" y="1714500"/>
            <a:ext cx="5715000" cy="3429000"/>
          </a:xfrm>
          <a:prstGeom prst="roundRect">
            <a:avLst>
              <a:gd name="adj" fmla="val 2222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5" name="/root/GameOver/Panel/Margin/VBox"/>
          <p:cNvSpPr>
            <a:spLocks noGrp="1"/>
          </p:cNvSpPr>
          <p:nvPr/>
        </p:nvSpPr>
        <p:spPr>
          <a:xfrm>
            <a:off x="3517900" y="1930400"/>
            <a:ext cx="5156200" cy="2997200"/>
          </a:xfrm>
          <a:prstGeom prst="roundRect">
            <a:avLst>
              <a:gd name="adj" fmla="val 2542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6" name="/root/GameOver/Panel/Margin/VBox/TitleLabel"/>
          <p:cNvSpPr>
            <a:spLocks noGrp="1"/>
          </p:cNvSpPr>
          <p:nvPr/>
        </p:nvSpPr>
        <p:spPr>
          <a:xfrm>
            <a:off x="3517900" y="1930400"/>
            <a:ext cx="51562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3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230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游戏结束</a:t>
            </a:r>
            <a:endParaRPr sz="230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/root/GameOver/Panel/Margin/VBox/HeaderAccent"/>
          <p:cNvSpPr>
            <a:spLocks noGrp="1"/>
          </p:cNvSpPr>
          <p:nvPr/>
        </p:nvSpPr>
        <p:spPr>
          <a:xfrm>
            <a:off x="3517900" y="2489200"/>
            <a:ext cx="5156200" cy="19050"/>
          </a:xfrm>
          <a:prstGeom prst="rect">
            <a:avLst/>
          </a:prstGeom>
          <a:solidFill>
            <a:srgbClr val="FF4F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/root/GameOver/Panel/Margin/VBox/FinalScoreLabel"/>
          <p:cNvSpPr>
            <a:spLocks noGrp="1"/>
          </p:cNvSpPr>
          <p:nvPr/>
        </p:nvSpPr>
        <p:spPr>
          <a:xfrm>
            <a:off x="3517900" y="2635250"/>
            <a:ext cx="5156200" cy="178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250" b="0">
                <a:solidFill>
                  <a:srgbClr val="D1E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250" b="0">
                <a:solidFill>
                  <a:srgbClr val="D1E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最终得分: 0</a:t>
            </a:r>
            <a:endParaRPr sz="1250" b="0">
              <a:solidFill>
                <a:srgbClr val="D1E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/root/GameOver/Panel/Margin/VBox/ButtonsRow"/>
          <p:cNvSpPr>
            <a:spLocks noGrp="1"/>
          </p:cNvSpPr>
          <p:nvPr/>
        </p:nvSpPr>
        <p:spPr>
          <a:xfrm>
            <a:off x="3517900" y="4546600"/>
            <a:ext cx="5156200" cy="381000"/>
          </a:xfrm>
          <a:prstGeom prst="roundRect">
            <a:avLst>
              <a:gd name="adj" fmla="val 20000"/>
            </a:avLst>
          </a:prstGeom>
          <a:solidFill>
            <a:srgbClr val="08131F"/>
          </a:solidFill>
          <a:ln w="9525">
            <a:solidFill>
              <a:srgbClr val="32546E"/>
            </a:solidFill>
            <a:prstDash val="solid"/>
          </a:ln>
        </p:spPr>
      </p:sp>
      <p:sp>
        <p:nvSpPr>
          <p:cNvPr id="10" name="/root/GameOver/Panel/Margin/VBox/ButtonsRow/RestartButton"/>
          <p:cNvSpPr>
            <a:spLocks noGrp="1"/>
          </p:cNvSpPr>
          <p:nvPr/>
        </p:nvSpPr>
        <p:spPr>
          <a:xfrm>
            <a:off x="4229100" y="4546600"/>
            <a:ext cx="1778000" cy="381000"/>
          </a:xfrm>
          <a:prstGeom prst="roundRect">
            <a:avLst>
              <a:gd name="adj" fmla="val 20000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1" name="/root/GameOver/Panel/Margin/VBox/ButtonsRow/RestartButton-text"/>
          <p:cNvSpPr>
            <a:spLocks noGrp="1"/>
          </p:cNvSpPr>
          <p:nvPr/>
        </p:nvSpPr>
        <p:spPr>
          <a:xfrm>
            <a:off x="4229100" y="4546600"/>
            <a:ext cx="177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15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15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开始新航程</a:t>
            </a:r>
            <a:endParaRPr sz="115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2" name="/root/GameOver/Panel/Margin/VBox/ButtonsRow/MenuButton"/>
          <p:cNvSpPr>
            <a:spLocks noGrp="1"/>
          </p:cNvSpPr>
          <p:nvPr/>
        </p:nvSpPr>
        <p:spPr>
          <a:xfrm>
            <a:off x="6184900" y="4546600"/>
            <a:ext cx="1778000" cy="381000"/>
          </a:xfrm>
          <a:prstGeom prst="roundRect">
            <a:avLst>
              <a:gd name="adj" fmla="val 20000"/>
            </a:avLst>
          </a:prstGeom>
          <a:solidFill>
            <a:srgbClr val="381610"/>
          </a:solidFill>
          <a:ln w="9525">
            <a:solidFill>
              <a:srgbClr val="D89423"/>
            </a:solidFill>
            <a:prstDash val="solid"/>
          </a:ln>
        </p:spPr>
      </p:sp>
      <p:sp>
        <p:nvSpPr>
          <p:cNvPr id="13" name="/root/GameOver/Panel/Margin/VBox/ButtonsRow/MenuButton-text"/>
          <p:cNvSpPr>
            <a:spLocks noGrp="1"/>
          </p:cNvSpPr>
          <p:nvPr/>
        </p:nvSpPr>
        <p:spPr>
          <a:xfrm>
            <a:off x="6184900" y="4546600"/>
            <a:ext cx="177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115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pPr>
            <a:r>
              <a:rPr sz="1150" b="1">
                <a:solidFill>
                  <a:srgbClr val="F7FB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返回主菜单</a:t>
            </a:r>
            <a:endParaRPr sz="1150" b="1">
              <a:solidFill>
                <a:srgbClr val="F7FB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</Words>
  <Application>WPS 演示</Application>
  <PresentationFormat>Converted Presentation</PresentationFormat>
  <Paragraphs>361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Arial</vt:lpstr>
      <vt:lpstr>SimSun</vt:lpstr>
      <vt:lpstr>Wingdings</vt:lpstr>
      <vt:lpstr>Microsoft YaHei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原木</cp:lastModifiedBy>
  <cp:revision>3</cp:revision>
  <dcterms:created xsi:type="dcterms:W3CDTF">2026-07-11T16:25:00Z</dcterms:created>
  <dcterms:modified xsi:type="dcterms:W3CDTF">2026-07-12T08:02:06Z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AF83E16C3DFB4A23BED2853BE6FB3DB1_12</vt:lpwstr>
  </property>
</Properties>
</file>